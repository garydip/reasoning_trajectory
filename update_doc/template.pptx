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74" r:id="rId3"/>
  </p:sldIdLst>
  <p:sldSz cx="12192000" cy="6858000"/>
  <p:notesSz cx="6858000" cy="9144000"/>
  <p:embeddedFontLst>
    <p:embeddedFont>
      <p:font typeface="Arial Black" panose="020B0604020202020204" pitchFamily="34" charset="0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GYcJNDXu4cxmIW4FoMWQAqtc1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6B5F8B-EBC8-4408-B217-2A8A2D69190A}">
  <a:tblStyle styleId="{956B5F8B-EBC8-4408-B217-2A8A2D6919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82"/>
    <p:restoredTop sz="90642"/>
  </p:normalViewPr>
  <p:slideViewPr>
    <p:cSldViewPr snapToGrid="0">
      <p:cViewPr varScale="1">
        <p:scale>
          <a:sx n="112" d="100"/>
          <a:sy n="112" d="100"/>
        </p:scale>
        <p:origin x="1104" y="192"/>
      </p:cViewPr>
      <p:guideLst/>
    </p:cSldViewPr>
  </p:slideViewPr>
  <p:notesTextViewPr>
    <p:cViewPr>
      <p:scale>
        <a:sx n="95" d="100"/>
        <a:sy n="9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" Type="http://schemas.openxmlformats.org/officeDocument/2006/relationships/font" Target="fonts/font1.fntdata"/><Relationship Id="rId28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133211f4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9" name="Google Shape;489;g3a133211f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711E91D0-6195-F646-0F1C-E77C4A98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139f4e40c_0_28:notes">
            <a:extLst>
              <a:ext uri="{FF2B5EF4-FFF2-40B4-BE49-F238E27FC236}">
                <a16:creationId xmlns:a16="http://schemas.microsoft.com/office/drawing/2014/main" id="{FCBB0327-6377-391A-580E-944C5390A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9" name="Google Shape;519;g3a139f4e40c_0_28:notes">
            <a:extLst>
              <a:ext uri="{FF2B5EF4-FFF2-40B4-BE49-F238E27FC236}">
                <a16:creationId xmlns:a16="http://schemas.microsoft.com/office/drawing/2014/main" id="{EA4C343F-7E33-AC41-672D-1CED5C545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9346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8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8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9" name="Google Shape;19;p68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8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COM1">
  <p:cSld name="Title Slide - COM1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69"/>
          <p:cNvGrpSpPr/>
          <p:nvPr/>
        </p:nvGrpSpPr>
        <p:grpSpPr>
          <a:xfrm>
            <a:off x="7648715" y="4634416"/>
            <a:ext cx="4403314" cy="2199897"/>
            <a:chOff x="3750086" y="4113283"/>
            <a:chExt cx="5485090" cy="2740353"/>
          </a:xfrm>
        </p:grpSpPr>
        <p:sp>
          <p:nvSpPr>
            <p:cNvPr id="23" name="Google Shape;23;p69"/>
            <p:cNvSpPr/>
            <p:nvPr/>
          </p:nvSpPr>
          <p:spPr>
            <a:xfrm>
              <a:off x="3750086" y="5243452"/>
              <a:ext cx="1156687" cy="1610183"/>
            </a:xfrm>
            <a:custGeom>
              <a:avLst/>
              <a:gdLst/>
              <a:ahLst/>
              <a:cxnLst/>
              <a:rect l="l" t="t" r="r" b="b"/>
              <a:pathLst>
                <a:path w="1156687" h="1610183" extrusionOk="0">
                  <a:moveTo>
                    <a:pt x="1122737" y="1580142"/>
                  </a:moveTo>
                  <a:cubicBezTo>
                    <a:pt x="1123193" y="1578319"/>
                    <a:pt x="1122396" y="1576040"/>
                    <a:pt x="1120345" y="1575585"/>
                  </a:cubicBezTo>
                  <a:cubicBezTo>
                    <a:pt x="1113168" y="1573762"/>
                    <a:pt x="1104395" y="1575471"/>
                    <a:pt x="1096648" y="1576268"/>
                  </a:cubicBezTo>
                  <a:cubicBezTo>
                    <a:pt x="1096648" y="1576268"/>
                    <a:pt x="1096762" y="1576268"/>
                    <a:pt x="1096876" y="1576268"/>
                  </a:cubicBezTo>
                  <a:cubicBezTo>
                    <a:pt x="1099952" y="1573990"/>
                    <a:pt x="1098927" y="1568977"/>
                    <a:pt x="1094712" y="1568977"/>
                  </a:cubicBezTo>
                  <a:cubicBezTo>
                    <a:pt x="1091750" y="1568977"/>
                    <a:pt x="1088673" y="1569547"/>
                    <a:pt x="1085484" y="1570458"/>
                  </a:cubicBezTo>
                  <a:cubicBezTo>
                    <a:pt x="1085484" y="1570458"/>
                    <a:pt x="1085484" y="1570230"/>
                    <a:pt x="1085484" y="1570116"/>
                  </a:cubicBezTo>
                  <a:cubicBezTo>
                    <a:pt x="1086509" y="1568294"/>
                    <a:pt x="1086623" y="1566129"/>
                    <a:pt x="1084800" y="1564762"/>
                  </a:cubicBezTo>
                  <a:cubicBezTo>
                    <a:pt x="1084344" y="1564306"/>
                    <a:pt x="1083775" y="1564078"/>
                    <a:pt x="1083205" y="1563850"/>
                  </a:cubicBezTo>
                  <a:cubicBezTo>
                    <a:pt x="1082749" y="1562369"/>
                    <a:pt x="1081268" y="1561002"/>
                    <a:pt x="1079559" y="1561800"/>
                  </a:cubicBezTo>
                  <a:cubicBezTo>
                    <a:pt x="1079104" y="1562028"/>
                    <a:pt x="1078762" y="1562255"/>
                    <a:pt x="1078420" y="1562369"/>
                  </a:cubicBezTo>
                  <a:cubicBezTo>
                    <a:pt x="1076825" y="1562369"/>
                    <a:pt x="1075116" y="1562369"/>
                    <a:pt x="1073521" y="1562711"/>
                  </a:cubicBezTo>
                  <a:cubicBezTo>
                    <a:pt x="1074319" y="1560888"/>
                    <a:pt x="1073521" y="1558382"/>
                    <a:pt x="1071129" y="1557698"/>
                  </a:cubicBezTo>
                  <a:cubicBezTo>
                    <a:pt x="1070787" y="1557698"/>
                    <a:pt x="1070331" y="1557585"/>
                    <a:pt x="1069876" y="1557471"/>
                  </a:cubicBezTo>
                  <a:cubicBezTo>
                    <a:pt x="1069762" y="1557357"/>
                    <a:pt x="1069534" y="1557243"/>
                    <a:pt x="1069420" y="1557015"/>
                  </a:cubicBezTo>
                  <a:cubicBezTo>
                    <a:pt x="1068509" y="1556217"/>
                    <a:pt x="1067369" y="1555876"/>
                    <a:pt x="1066116" y="1555876"/>
                  </a:cubicBezTo>
                  <a:cubicBezTo>
                    <a:pt x="1064407" y="1553825"/>
                    <a:pt x="1061787" y="1552914"/>
                    <a:pt x="1058939" y="1554053"/>
                  </a:cubicBezTo>
                  <a:cubicBezTo>
                    <a:pt x="1060306" y="1552002"/>
                    <a:pt x="1059395" y="1548926"/>
                    <a:pt x="1056660" y="1548243"/>
                  </a:cubicBezTo>
                  <a:cubicBezTo>
                    <a:pt x="1051989" y="1546990"/>
                    <a:pt x="1047660" y="1547673"/>
                    <a:pt x="1043559" y="1549496"/>
                  </a:cubicBezTo>
                  <a:cubicBezTo>
                    <a:pt x="1043103" y="1549496"/>
                    <a:pt x="1042875" y="1549154"/>
                    <a:pt x="1042420" y="1549268"/>
                  </a:cubicBezTo>
                  <a:cubicBezTo>
                    <a:pt x="1041622" y="1549268"/>
                    <a:pt x="1040825" y="1549496"/>
                    <a:pt x="1039913" y="1549496"/>
                  </a:cubicBezTo>
                  <a:cubicBezTo>
                    <a:pt x="1041508" y="1547787"/>
                    <a:pt x="1042875" y="1546078"/>
                    <a:pt x="1043901" y="1544141"/>
                  </a:cubicBezTo>
                  <a:cubicBezTo>
                    <a:pt x="1046065" y="1539698"/>
                    <a:pt x="1042192" y="1535369"/>
                    <a:pt x="1037521" y="1536281"/>
                  </a:cubicBezTo>
                  <a:cubicBezTo>
                    <a:pt x="1034900" y="1536850"/>
                    <a:pt x="1032394" y="1538445"/>
                    <a:pt x="1030002" y="1540382"/>
                  </a:cubicBezTo>
                  <a:cubicBezTo>
                    <a:pt x="1029204" y="1540154"/>
                    <a:pt x="1028407" y="1539926"/>
                    <a:pt x="1027495" y="1540382"/>
                  </a:cubicBezTo>
                  <a:cubicBezTo>
                    <a:pt x="1027495" y="1540382"/>
                    <a:pt x="1027495" y="1540382"/>
                    <a:pt x="1027381" y="1540496"/>
                  </a:cubicBezTo>
                  <a:cubicBezTo>
                    <a:pt x="1026698" y="1538673"/>
                    <a:pt x="1025103" y="1537306"/>
                    <a:pt x="1023052" y="1537648"/>
                  </a:cubicBezTo>
                  <a:cubicBezTo>
                    <a:pt x="1017925" y="1538445"/>
                    <a:pt x="1013824" y="1541635"/>
                    <a:pt x="1010292" y="1545281"/>
                  </a:cubicBezTo>
                  <a:cubicBezTo>
                    <a:pt x="1008128" y="1546306"/>
                    <a:pt x="1006077" y="1547673"/>
                    <a:pt x="1004026" y="1548812"/>
                  </a:cubicBezTo>
                  <a:cubicBezTo>
                    <a:pt x="1009039" y="1541749"/>
                    <a:pt x="1014963" y="1535255"/>
                    <a:pt x="1019748" y="1528078"/>
                  </a:cubicBezTo>
                  <a:cubicBezTo>
                    <a:pt x="1021913" y="1524888"/>
                    <a:pt x="1016786" y="1521356"/>
                    <a:pt x="1014280" y="1524091"/>
                  </a:cubicBezTo>
                  <a:cubicBezTo>
                    <a:pt x="1010406" y="1528306"/>
                    <a:pt x="1006989" y="1533091"/>
                    <a:pt x="1003799" y="1537989"/>
                  </a:cubicBezTo>
                  <a:cubicBezTo>
                    <a:pt x="1003913" y="1536850"/>
                    <a:pt x="1003913" y="1535711"/>
                    <a:pt x="1003913" y="1534572"/>
                  </a:cubicBezTo>
                  <a:cubicBezTo>
                    <a:pt x="1006533" y="1529787"/>
                    <a:pt x="1009267" y="1524774"/>
                    <a:pt x="1008925" y="1520331"/>
                  </a:cubicBezTo>
                  <a:cubicBezTo>
                    <a:pt x="1008697" y="1517483"/>
                    <a:pt x="1006077" y="1515204"/>
                    <a:pt x="1003115" y="1516116"/>
                  </a:cubicBezTo>
                  <a:cubicBezTo>
                    <a:pt x="1000609" y="1517027"/>
                    <a:pt x="998672" y="1518850"/>
                    <a:pt x="997191" y="1521129"/>
                  </a:cubicBezTo>
                  <a:cubicBezTo>
                    <a:pt x="996393" y="1520559"/>
                    <a:pt x="995596" y="1519875"/>
                    <a:pt x="994571" y="1519420"/>
                  </a:cubicBezTo>
                  <a:cubicBezTo>
                    <a:pt x="994571" y="1519420"/>
                    <a:pt x="994343" y="1519420"/>
                    <a:pt x="994229" y="1519306"/>
                  </a:cubicBezTo>
                  <a:cubicBezTo>
                    <a:pt x="992976" y="1513723"/>
                    <a:pt x="988874" y="1505863"/>
                    <a:pt x="983862" y="1505976"/>
                  </a:cubicBezTo>
                  <a:cubicBezTo>
                    <a:pt x="982381" y="1503014"/>
                    <a:pt x="980444" y="1500622"/>
                    <a:pt x="977368" y="1499597"/>
                  </a:cubicBezTo>
                  <a:cubicBezTo>
                    <a:pt x="975545" y="1499027"/>
                    <a:pt x="973039" y="1500166"/>
                    <a:pt x="972241" y="1501875"/>
                  </a:cubicBezTo>
                  <a:cubicBezTo>
                    <a:pt x="971216" y="1504268"/>
                    <a:pt x="971216" y="1507230"/>
                    <a:pt x="971671" y="1510306"/>
                  </a:cubicBezTo>
                  <a:cubicBezTo>
                    <a:pt x="971102" y="1509964"/>
                    <a:pt x="970646" y="1509736"/>
                    <a:pt x="970077" y="1509394"/>
                  </a:cubicBezTo>
                  <a:cubicBezTo>
                    <a:pt x="963925" y="1503356"/>
                    <a:pt x="956519" y="1498685"/>
                    <a:pt x="948658" y="1493559"/>
                  </a:cubicBezTo>
                  <a:cubicBezTo>
                    <a:pt x="931114" y="1482394"/>
                    <a:pt x="919266" y="1466103"/>
                    <a:pt x="910379" y="1447533"/>
                  </a:cubicBezTo>
                  <a:cubicBezTo>
                    <a:pt x="892493" y="1410165"/>
                    <a:pt x="888961" y="1367443"/>
                    <a:pt x="881214" y="1327228"/>
                  </a:cubicBezTo>
                  <a:cubicBezTo>
                    <a:pt x="863556" y="1234948"/>
                    <a:pt x="862189" y="1143467"/>
                    <a:pt x="866518" y="1050162"/>
                  </a:cubicBezTo>
                  <a:cubicBezTo>
                    <a:pt x="867885" y="1022022"/>
                    <a:pt x="869936" y="985794"/>
                    <a:pt x="887024" y="961300"/>
                  </a:cubicBezTo>
                  <a:cubicBezTo>
                    <a:pt x="887822" y="961072"/>
                    <a:pt x="888392" y="960389"/>
                    <a:pt x="888392" y="959364"/>
                  </a:cubicBezTo>
                  <a:cubicBezTo>
                    <a:pt x="894316" y="951503"/>
                    <a:pt x="901949" y="944895"/>
                    <a:pt x="911746" y="940452"/>
                  </a:cubicBezTo>
                  <a:cubicBezTo>
                    <a:pt x="915392" y="938743"/>
                    <a:pt x="919152" y="937376"/>
                    <a:pt x="922911" y="936237"/>
                  </a:cubicBezTo>
                  <a:cubicBezTo>
                    <a:pt x="924050" y="935895"/>
                    <a:pt x="925190" y="935553"/>
                    <a:pt x="926329" y="935325"/>
                  </a:cubicBezTo>
                  <a:cubicBezTo>
                    <a:pt x="929063" y="934528"/>
                    <a:pt x="931797" y="933844"/>
                    <a:pt x="934532" y="933275"/>
                  </a:cubicBezTo>
                  <a:cubicBezTo>
                    <a:pt x="935899" y="932933"/>
                    <a:pt x="937152" y="932705"/>
                    <a:pt x="938519" y="932477"/>
                  </a:cubicBezTo>
                  <a:cubicBezTo>
                    <a:pt x="941139" y="932022"/>
                    <a:pt x="943646" y="931566"/>
                    <a:pt x="946266" y="931224"/>
                  </a:cubicBezTo>
                  <a:cubicBezTo>
                    <a:pt x="947747" y="930996"/>
                    <a:pt x="949114" y="930882"/>
                    <a:pt x="950481" y="930654"/>
                  </a:cubicBezTo>
                  <a:cubicBezTo>
                    <a:pt x="952646" y="930427"/>
                    <a:pt x="954924" y="930199"/>
                    <a:pt x="957089" y="929971"/>
                  </a:cubicBezTo>
                  <a:cubicBezTo>
                    <a:pt x="959823" y="929743"/>
                    <a:pt x="962557" y="929515"/>
                    <a:pt x="965292" y="929287"/>
                  </a:cubicBezTo>
                  <a:cubicBezTo>
                    <a:pt x="967342" y="929173"/>
                    <a:pt x="969507" y="929060"/>
                    <a:pt x="971671" y="928946"/>
                  </a:cubicBezTo>
                  <a:cubicBezTo>
                    <a:pt x="974178" y="928832"/>
                    <a:pt x="976570" y="928718"/>
                    <a:pt x="979077" y="928604"/>
                  </a:cubicBezTo>
                  <a:cubicBezTo>
                    <a:pt x="984659" y="928376"/>
                    <a:pt x="990241" y="928148"/>
                    <a:pt x="995824" y="927920"/>
                  </a:cubicBezTo>
                  <a:cubicBezTo>
                    <a:pt x="996279" y="927920"/>
                    <a:pt x="996849" y="927920"/>
                    <a:pt x="997419" y="927920"/>
                  </a:cubicBezTo>
                  <a:cubicBezTo>
                    <a:pt x="1002204" y="927692"/>
                    <a:pt x="1006989" y="927351"/>
                    <a:pt x="1011660" y="926895"/>
                  </a:cubicBezTo>
                  <a:cubicBezTo>
                    <a:pt x="1012001" y="926895"/>
                    <a:pt x="1012343" y="926895"/>
                    <a:pt x="1012685" y="926895"/>
                  </a:cubicBezTo>
                  <a:lnTo>
                    <a:pt x="1012685" y="905249"/>
                  </a:lnTo>
                  <a:cubicBezTo>
                    <a:pt x="982153" y="906958"/>
                    <a:pt x="951734" y="903882"/>
                    <a:pt x="921088" y="907072"/>
                  </a:cubicBezTo>
                  <a:lnTo>
                    <a:pt x="921088" y="907072"/>
                  </a:lnTo>
                  <a:cubicBezTo>
                    <a:pt x="907987" y="908439"/>
                    <a:pt x="895683" y="911515"/>
                    <a:pt x="885771" y="918351"/>
                  </a:cubicBezTo>
                  <a:cubicBezTo>
                    <a:pt x="885771" y="915502"/>
                    <a:pt x="885999" y="912654"/>
                    <a:pt x="886227" y="909806"/>
                  </a:cubicBezTo>
                  <a:cubicBezTo>
                    <a:pt x="886569" y="905363"/>
                    <a:pt x="887024" y="900920"/>
                    <a:pt x="887822" y="896477"/>
                  </a:cubicBezTo>
                  <a:cubicBezTo>
                    <a:pt x="887936" y="895452"/>
                    <a:pt x="888164" y="894426"/>
                    <a:pt x="888392" y="893515"/>
                  </a:cubicBezTo>
                  <a:cubicBezTo>
                    <a:pt x="889189" y="888958"/>
                    <a:pt x="890214" y="884515"/>
                    <a:pt x="891581" y="880072"/>
                  </a:cubicBezTo>
                  <a:cubicBezTo>
                    <a:pt x="898531" y="857742"/>
                    <a:pt x="909240" y="835755"/>
                    <a:pt x="918810" y="814109"/>
                  </a:cubicBezTo>
                  <a:cubicBezTo>
                    <a:pt x="920405" y="816046"/>
                    <a:pt x="921886" y="817983"/>
                    <a:pt x="923595" y="819577"/>
                  </a:cubicBezTo>
                  <a:cubicBezTo>
                    <a:pt x="927240" y="823223"/>
                    <a:pt x="932709" y="823679"/>
                    <a:pt x="936240" y="819350"/>
                  </a:cubicBezTo>
                  <a:cubicBezTo>
                    <a:pt x="945924" y="807274"/>
                    <a:pt x="949000" y="792805"/>
                    <a:pt x="948203" y="778223"/>
                  </a:cubicBezTo>
                  <a:cubicBezTo>
                    <a:pt x="949798" y="778223"/>
                    <a:pt x="951279" y="777425"/>
                    <a:pt x="952304" y="776172"/>
                  </a:cubicBezTo>
                  <a:cubicBezTo>
                    <a:pt x="959709" y="788020"/>
                    <a:pt x="968595" y="798615"/>
                    <a:pt x="980102" y="806020"/>
                  </a:cubicBezTo>
                  <a:cubicBezTo>
                    <a:pt x="983520" y="808185"/>
                    <a:pt x="989330" y="808413"/>
                    <a:pt x="991722" y="804312"/>
                  </a:cubicBezTo>
                  <a:cubicBezTo>
                    <a:pt x="998330" y="792691"/>
                    <a:pt x="998672" y="781071"/>
                    <a:pt x="995938" y="769678"/>
                  </a:cubicBezTo>
                  <a:cubicBezTo>
                    <a:pt x="1001178" y="771729"/>
                    <a:pt x="1006875" y="772412"/>
                    <a:pt x="1012799" y="772185"/>
                  </a:cubicBezTo>
                  <a:lnTo>
                    <a:pt x="1012799" y="732197"/>
                  </a:lnTo>
                  <a:cubicBezTo>
                    <a:pt x="1011887" y="730944"/>
                    <a:pt x="1011204" y="729691"/>
                    <a:pt x="1010178" y="728551"/>
                  </a:cubicBezTo>
                  <a:cubicBezTo>
                    <a:pt x="1010178" y="728096"/>
                    <a:pt x="1010178" y="727640"/>
                    <a:pt x="1010292" y="727184"/>
                  </a:cubicBezTo>
                  <a:cubicBezTo>
                    <a:pt x="1011090" y="727298"/>
                    <a:pt x="1011887" y="727184"/>
                    <a:pt x="1012685" y="727184"/>
                  </a:cubicBezTo>
                  <a:lnTo>
                    <a:pt x="1012685" y="411156"/>
                  </a:lnTo>
                  <a:cubicBezTo>
                    <a:pt x="1012685" y="411156"/>
                    <a:pt x="1012685" y="411156"/>
                    <a:pt x="1012571" y="411156"/>
                  </a:cubicBezTo>
                  <a:cubicBezTo>
                    <a:pt x="1012571" y="410244"/>
                    <a:pt x="1012571" y="409333"/>
                    <a:pt x="1012685" y="408422"/>
                  </a:cubicBezTo>
                  <a:lnTo>
                    <a:pt x="1012685" y="391105"/>
                  </a:lnTo>
                  <a:cubicBezTo>
                    <a:pt x="1012685" y="391105"/>
                    <a:pt x="1012229" y="391333"/>
                    <a:pt x="1012115" y="391561"/>
                  </a:cubicBezTo>
                  <a:cubicBezTo>
                    <a:pt x="1011432" y="387687"/>
                    <a:pt x="1010064" y="384156"/>
                    <a:pt x="1008242" y="381194"/>
                  </a:cubicBezTo>
                  <a:cubicBezTo>
                    <a:pt x="1009951" y="380510"/>
                    <a:pt x="1011318" y="379371"/>
                    <a:pt x="1012685" y="378345"/>
                  </a:cubicBezTo>
                  <a:lnTo>
                    <a:pt x="1012685" y="233205"/>
                  </a:lnTo>
                  <a:lnTo>
                    <a:pt x="1020204" y="224091"/>
                  </a:lnTo>
                  <a:cubicBezTo>
                    <a:pt x="1030229" y="212015"/>
                    <a:pt x="1069078" y="167242"/>
                    <a:pt x="1150421" y="100026"/>
                  </a:cubicBezTo>
                  <a:lnTo>
                    <a:pt x="1156687" y="94900"/>
                  </a:lnTo>
                  <a:cubicBezTo>
                    <a:pt x="1148599" y="88292"/>
                    <a:pt x="1137092" y="87836"/>
                    <a:pt x="1127522" y="93419"/>
                  </a:cubicBezTo>
                  <a:cubicBezTo>
                    <a:pt x="1123307" y="95811"/>
                    <a:pt x="1120003" y="99115"/>
                    <a:pt x="1117383" y="102647"/>
                  </a:cubicBezTo>
                  <a:cubicBezTo>
                    <a:pt x="1117383" y="102647"/>
                    <a:pt x="1117383" y="102647"/>
                    <a:pt x="1117383" y="102647"/>
                  </a:cubicBezTo>
                  <a:cubicBezTo>
                    <a:pt x="1118978" y="93646"/>
                    <a:pt x="1119661" y="84419"/>
                    <a:pt x="1120003" y="76330"/>
                  </a:cubicBezTo>
                  <a:cubicBezTo>
                    <a:pt x="1120231" y="70634"/>
                    <a:pt x="1114193" y="64823"/>
                    <a:pt x="1108383" y="68013"/>
                  </a:cubicBezTo>
                  <a:cubicBezTo>
                    <a:pt x="1095167" y="75305"/>
                    <a:pt x="1081154" y="86241"/>
                    <a:pt x="1072154" y="99457"/>
                  </a:cubicBezTo>
                  <a:cubicBezTo>
                    <a:pt x="1070787" y="97862"/>
                    <a:pt x="1069306" y="96381"/>
                    <a:pt x="1067711" y="94900"/>
                  </a:cubicBezTo>
                  <a:cubicBezTo>
                    <a:pt x="1073521" y="92165"/>
                    <a:pt x="1078876" y="88748"/>
                    <a:pt x="1082863" y="84077"/>
                  </a:cubicBezTo>
                  <a:cubicBezTo>
                    <a:pt x="1090496" y="75418"/>
                    <a:pt x="1088104" y="63115"/>
                    <a:pt x="1078078" y="57418"/>
                  </a:cubicBezTo>
                  <a:cubicBezTo>
                    <a:pt x="1067825" y="51722"/>
                    <a:pt x="1054496" y="51608"/>
                    <a:pt x="1043901" y="56735"/>
                  </a:cubicBezTo>
                  <a:cubicBezTo>
                    <a:pt x="1039457" y="58899"/>
                    <a:pt x="1035812" y="61747"/>
                    <a:pt x="1032622" y="65165"/>
                  </a:cubicBezTo>
                  <a:cubicBezTo>
                    <a:pt x="1030799" y="52975"/>
                    <a:pt x="1025786" y="40330"/>
                    <a:pt x="1019520" y="31329"/>
                  </a:cubicBezTo>
                  <a:cubicBezTo>
                    <a:pt x="1019976" y="26203"/>
                    <a:pt x="1019634" y="21076"/>
                    <a:pt x="1018381" y="16519"/>
                  </a:cubicBezTo>
                  <a:cubicBezTo>
                    <a:pt x="1016330" y="8658"/>
                    <a:pt x="1011204" y="0"/>
                    <a:pt x="1001976" y="0"/>
                  </a:cubicBezTo>
                  <a:cubicBezTo>
                    <a:pt x="992748" y="0"/>
                    <a:pt x="986140" y="7747"/>
                    <a:pt x="983748" y="16063"/>
                  </a:cubicBezTo>
                  <a:cubicBezTo>
                    <a:pt x="982722" y="19481"/>
                    <a:pt x="982153" y="23127"/>
                    <a:pt x="981925" y="26772"/>
                  </a:cubicBezTo>
                  <a:cubicBezTo>
                    <a:pt x="981355" y="26545"/>
                    <a:pt x="980899" y="26203"/>
                    <a:pt x="980216" y="25975"/>
                  </a:cubicBezTo>
                  <a:cubicBezTo>
                    <a:pt x="975545" y="24152"/>
                    <a:pt x="970190" y="27342"/>
                    <a:pt x="969735" y="32355"/>
                  </a:cubicBezTo>
                  <a:cubicBezTo>
                    <a:pt x="969507" y="34405"/>
                    <a:pt x="969393" y="36456"/>
                    <a:pt x="969279" y="38393"/>
                  </a:cubicBezTo>
                  <a:cubicBezTo>
                    <a:pt x="963127" y="29848"/>
                    <a:pt x="954924" y="23127"/>
                    <a:pt x="944899" y="20165"/>
                  </a:cubicBezTo>
                  <a:cubicBezTo>
                    <a:pt x="941025" y="19025"/>
                    <a:pt x="936240" y="20393"/>
                    <a:pt x="934759" y="24608"/>
                  </a:cubicBezTo>
                  <a:cubicBezTo>
                    <a:pt x="932823" y="30418"/>
                    <a:pt x="931911" y="36912"/>
                    <a:pt x="931342" y="43519"/>
                  </a:cubicBezTo>
                  <a:cubicBezTo>
                    <a:pt x="929063" y="44773"/>
                    <a:pt x="927354" y="46823"/>
                    <a:pt x="926899" y="49785"/>
                  </a:cubicBezTo>
                  <a:cubicBezTo>
                    <a:pt x="926785" y="50697"/>
                    <a:pt x="926899" y="51722"/>
                    <a:pt x="926671" y="52633"/>
                  </a:cubicBezTo>
                  <a:cubicBezTo>
                    <a:pt x="920177" y="46026"/>
                    <a:pt x="911519" y="41811"/>
                    <a:pt x="900468" y="42038"/>
                  </a:cubicBezTo>
                  <a:cubicBezTo>
                    <a:pt x="896138" y="42152"/>
                    <a:pt x="893404" y="45570"/>
                    <a:pt x="894885" y="49785"/>
                  </a:cubicBezTo>
                  <a:cubicBezTo>
                    <a:pt x="896936" y="55709"/>
                    <a:pt x="899898" y="61178"/>
                    <a:pt x="903088" y="66418"/>
                  </a:cubicBezTo>
                  <a:cubicBezTo>
                    <a:pt x="900240" y="65051"/>
                    <a:pt x="897392" y="63684"/>
                    <a:pt x="894316" y="62545"/>
                  </a:cubicBezTo>
                  <a:cubicBezTo>
                    <a:pt x="891809" y="61634"/>
                    <a:pt x="889531" y="62659"/>
                    <a:pt x="888278" y="64596"/>
                  </a:cubicBezTo>
                  <a:cubicBezTo>
                    <a:pt x="882353" y="57760"/>
                    <a:pt x="875176" y="52064"/>
                    <a:pt x="866404" y="47849"/>
                  </a:cubicBezTo>
                  <a:cubicBezTo>
                    <a:pt x="868910" y="44545"/>
                    <a:pt x="872214" y="39646"/>
                    <a:pt x="876771" y="39418"/>
                  </a:cubicBezTo>
                  <a:cubicBezTo>
                    <a:pt x="883721" y="39076"/>
                    <a:pt x="886455" y="50583"/>
                    <a:pt x="887708" y="55254"/>
                  </a:cubicBezTo>
                  <a:cubicBezTo>
                    <a:pt x="888847" y="59355"/>
                    <a:pt x="895341" y="58444"/>
                    <a:pt x="894316" y="54228"/>
                  </a:cubicBezTo>
                  <a:cubicBezTo>
                    <a:pt x="890670" y="39874"/>
                    <a:pt x="882240" y="24608"/>
                    <a:pt x="865948" y="34519"/>
                  </a:cubicBezTo>
                  <a:cubicBezTo>
                    <a:pt x="857632" y="39532"/>
                    <a:pt x="851252" y="47735"/>
                    <a:pt x="847036" y="56735"/>
                  </a:cubicBezTo>
                  <a:cubicBezTo>
                    <a:pt x="841796" y="40216"/>
                    <a:pt x="832796" y="24722"/>
                    <a:pt x="822087" y="11506"/>
                  </a:cubicBezTo>
                  <a:cubicBezTo>
                    <a:pt x="819011" y="7633"/>
                    <a:pt x="813542" y="9000"/>
                    <a:pt x="811605" y="13101"/>
                  </a:cubicBezTo>
                  <a:cubicBezTo>
                    <a:pt x="806593" y="23355"/>
                    <a:pt x="806707" y="34291"/>
                    <a:pt x="808757" y="45342"/>
                  </a:cubicBezTo>
                  <a:cubicBezTo>
                    <a:pt x="802833" y="38735"/>
                    <a:pt x="795884" y="32924"/>
                    <a:pt x="786883" y="28595"/>
                  </a:cubicBezTo>
                  <a:cubicBezTo>
                    <a:pt x="782440" y="26431"/>
                    <a:pt x="777655" y="31102"/>
                    <a:pt x="778339" y="35431"/>
                  </a:cubicBezTo>
                  <a:cubicBezTo>
                    <a:pt x="781757" y="57190"/>
                    <a:pt x="794289" y="76786"/>
                    <a:pt x="807048" y="95014"/>
                  </a:cubicBezTo>
                  <a:cubicBezTo>
                    <a:pt x="806821" y="99912"/>
                    <a:pt x="807048" y="104925"/>
                    <a:pt x="807390" y="109938"/>
                  </a:cubicBezTo>
                  <a:cubicBezTo>
                    <a:pt x="806479" y="109938"/>
                    <a:pt x="805567" y="110166"/>
                    <a:pt x="804542" y="110280"/>
                  </a:cubicBezTo>
                  <a:cubicBezTo>
                    <a:pt x="799643" y="106748"/>
                    <a:pt x="794630" y="103672"/>
                    <a:pt x="789732" y="101849"/>
                  </a:cubicBezTo>
                  <a:cubicBezTo>
                    <a:pt x="790187" y="95355"/>
                    <a:pt x="789846" y="88862"/>
                    <a:pt x="788251" y="82710"/>
                  </a:cubicBezTo>
                  <a:cubicBezTo>
                    <a:pt x="782896" y="62659"/>
                    <a:pt x="762389" y="51380"/>
                    <a:pt x="742908" y="61975"/>
                  </a:cubicBezTo>
                  <a:cubicBezTo>
                    <a:pt x="742111" y="62431"/>
                    <a:pt x="741427" y="63115"/>
                    <a:pt x="740743" y="63570"/>
                  </a:cubicBezTo>
                  <a:cubicBezTo>
                    <a:pt x="737326" y="58216"/>
                    <a:pt x="732655" y="53545"/>
                    <a:pt x="726047" y="50583"/>
                  </a:cubicBezTo>
                  <a:cubicBezTo>
                    <a:pt x="722971" y="49216"/>
                    <a:pt x="718870" y="51039"/>
                    <a:pt x="717844" y="54228"/>
                  </a:cubicBezTo>
                  <a:cubicBezTo>
                    <a:pt x="715680" y="60152"/>
                    <a:pt x="714654" y="67102"/>
                    <a:pt x="714540" y="74165"/>
                  </a:cubicBezTo>
                  <a:cubicBezTo>
                    <a:pt x="710781" y="71545"/>
                    <a:pt x="706907" y="69494"/>
                    <a:pt x="703034" y="68241"/>
                  </a:cubicBezTo>
                  <a:cubicBezTo>
                    <a:pt x="699160" y="66988"/>
                    <a:pt x="695629" y="68697"/>
                    <a:pt x="693920" y="72229"/>
                  </a:cubicBezTo>
                  <a:cubicBezTo>
                    <a:pt x="688110" y="84419"/>
                    <a:pt x="687540" y="97634"/>
                    <a:pt x="689591" y="110735"/>
                  </a:cubicBezTo>
                  <a:cubicBezTo>
                    <a:pt x="683553" y="108343"/>
                    <a:pt x="677287" y="106520"/>
                    <a:pt x="670565" y="105495"/>
                  </a:cubicBezTo>
                  <a:cubicBezTo>
                    <a:pt x="665894" y="104811"/>
                    <a:pt x="662362" y="109254"/>
                    <a:pt x="662932" y="113583"/>
                  </a:cubicBezTo>
                  <a:cubicBezTo>
                    <a:pt x="663388" y="117685"/>
                    <a:pt x="664071" y="122014"/>
                    <a:pt x="664755" y="126457"/>
                  </a:cubicBezTo>
                  <a:cubicBezTo>
                    <a:pt x="661109" y="126571"/>
                    <a:pt x="657463" y="127254"/>
                    <a:pt x="653590" y="128849"/>
                  </a:cubicBezTo>
                  <a:cubicBezTo>
                    <a:pt x="643109" y="133406"/>
                    <a:pt x="636387" y="139672"/>
                    <a:pt x="632400" y="147077"/>
                  </a:cubicBezTo>
                  <a:cubicBezTo>
                    <a:pt x="625906" y="133748"/>
                    <a:pt x="612235" y="120989"/>
                    <a:pt x="600842" y="117229"/>
                  </a:cubicBezTo>
                  <a:cubicBezTo>
                    <a:pt x="596171" y="115634"/>
                    <a:pt x="591614" y="119280"/>
                    <a:pt x="592184" y="124178"/>
                  </a:cubicBezTo>
                  <a:cubicBezTo>
                    <a:pt x="592754" y="128394"/>
                    <a:pt x="593665" y="132495"/>
                    <a:pt x="594804" y="136482"/>
                  </a:cubicBezTo>
                  <a:cubicBezTo>
                    <a:pt x="588196" y="130216"/>
                    <a:pt x="581133" y="124406"/>
                    <a:pt x="572703" y="119963"/>
                  </a:cubicBezTo>
                  <a:cubicBezTo>
                    <a:pt x="568145" y="117457"/>
                    <a:pt x="563019" y="122697"/>
                    <a:pt x="563816" y="127140"/>
                  </a:cubicBezTo>
                  <a:cubicBezTo>
                    <a:pt x="564842" y="133406"/>
                    <a:pt x="566664" y="139217"/>
                    <a:pt x="568829" y="144685"/>
                  </a:cubicBezTo>
                  <a:cubicBezTo>
                    <a:pt x="563930" y="143318"/>
                    <a:pt x="558690" y="142634"/>
                    <a:pt x="552879" y="142976"/>
                  </a:cubicBezTo>
                  <a:cubicBezTo>
                    <a:pt x="548322" y="143204"/>
                    <a:pt x="546044" y="148900"/>
                    <a:pt x="547753" y="152546"/>
                  </a:cubicBezTo>
                  <a:cubicBezTo>
                    <a:pt x="548550" y="154482"/>
                    <a:pt x="549576" y="156191"/>
                    <a:pt x="550601" y="158014"/>
                  </a:cubicBezTo>
                  <a:cubicBezTo>
                    <a:pt x="545816" y="161090"/>
                    <a:pt x="546386" y="168723"/>
                    <a:pt x="550943" y="172141"/>
                  </a:cubicBezTo>
                  <a:cubicBezTo>
                    <a:pt x="547411" y="173052"/>
                    <a:pt x="543993" y="174419"/>
                    <a:pt x="540461" y="176584"/>
                  </a:cubicBezTo>
                  <a:cubicBezTo>
                    <a:pt x="537955" y="178065"/>
                    <a:pt x="536930" y="182394"/>
                    <a:pt x="538411" y="184901"/>
                  </a:cubicBezTo>
                  <a:cubicBezTo>
                    <a:pt x="539322" y="186382"/>
                    <a:pt x="540461" y="187635"/>
                    <a:pt x="541373" y="189116"/>
                  </a:cubicBezTo>
                  <a:cubicBezTo>
                    <a:pt x="541145" y="190141"/>
                    <a:pt x="540917" y="191166"/>
                    <a:pt x="541145" y="192306"/>
                  </a:cubicBezTo>
                  <a:cubicBezTo>
                    <a:pt x="542512" y="198230"/>
                    <a:pt x="544791" y="203470"/>
                    <a:pt x="547753" y="208369"/>
                  </a:cubicBezTo>
                  <a:cubicBezTo>
                    <a:pt x="545132" y="207686"/>
                    <a:pt x="542398" y="206888"/>
                    <a:pt x="539664" y="206432"/>
                  </a:cubicBezTo>
                  <a:cubicBezTo>
                    <a:pt x="536246" y="205863"/>
                    <a:pt x="533512" y="207799"/>
                    <a:pt x="532031" y="210534"/>
                  </a:cubicBezTo>
                  <a:cubicBezTo>
                    <a:pt x="519613" y="203926"/>
                    <a:pt x="507081" y="200964"/>
                    <a:pt x="495461" y="209167"/>
                  </a:cubicBezTo>
                  <a:cubicBezTo>
                    <a:pt x="494435" y="202331"/>
                    <a:pt x="492385" y="195496"/>
                    <a:pt x="488853" y="189002"/>
                  </a:cubicBezTo>
                  <a:cubicBezTo>
                    <a:pt x="486916" y="185470"/>
                    <a:pt x="481903" y="183419"/>
                    <a:pt x="478486" y="186495"/>
                  </a:cubicBezTo>
                  <a:cubicBezTo>
                    <a:pt x="471194" y="193217"/>
                    <a:pt x="463789" y="202787"/>
                    <a:pt x="457523" y="213610"/>
                  </a:cubicBezTo>
                  <a:cubicBezTo>
                    <a:pt x="454561" y="209508"/>
                    <a:pt x="449548" y="206774"/>
                    <a:pt x="444308" y="205863"/>
                  </a:cubicBezTo>
                  <a:cubicBezTo>
                    <a:pt x="441688" y="197774"/>
                    <a:pt x="438384" y="190255"/>
                    <a:pt x="433827" y="183875"/>
                  </a:cubicBezTo>
                  <a:cubicBezTo>
                    <a:pt x="430409" y="179090"/>
                    <a:pt x="422320" y="181711"/>
                    <a:pt x="422092" y="187293"/>
                  </a:cubicBezTo>
                  <a:cubicBezTo>
                    <a:pt x="421409" y="196521"/>
                    <a:pt x="422092" y="205749"/>
                    <a:pt x="422776" y="214977"/>
                  </a:cubicBezTo>
                  <a:cubicBezTo>
                    <a:pt x="420497" y="218053"/>
                    <a:pt x="418561" y="221357"/>
                    <a:pt x="417193" y="225116"/>
                  </a:cubicBezTo>
                  <a:cubicBezTo>
                    <a:pt x="408535" y="209053"/>
                    <a:pt x="397143" y="197546"/>
                    <a:pt x="381079" y="205635"/>
                  </a:cubicBezTo>
                  <a:cubicBezTo>
                    <a:pt x="365243" y="213496"/>
                    <a:pt x="364218" y="229787"/>
                    <a:pt x="369231" y="247445"/>
                  </a:cubicBezTo>
                  <a:cubicBezTo>
                    <a:pt x="358977" y="241179"/>
                    <a:pt x="347926" y="240382"/>
                    <a:pt x="336762" y="250749"/>
                  </a:cubicBezTo>
                  <a:cubicBezTo>
                    <a:pt x="323774" y="262825"/>
                    <a:pt x="329926" y="282420"/>
                    <a:pt x="341547" y="299281"/>
                  </a:cubicBezTo>
                  <a:cubicBezTo>
                    <a:pt x="340635" y="300193"/>
                    <a:pt x="339724" y="301104"/>
                    <a:pt x="338812" y="302357"/>
                  </a:cubicBezTo>
                  <a:cubicBezTo>
                    <a:pt x="330496" y="313864"/>
                    <a:pt x="340407" y="328788"/>
                    <a:pt x="352370" y="341661"/>
                  </a:cubicBezTo>
                  <a:cubicBezTo>
                    <a:pt x="346218" y="341548"/>
                    <a:pt x="339724" y="342687"/>
                    <a:pt x="332774" y="345307"/>
                  </a:cubicBezTo>
                  <a:cubicBezTo>
                    <a:pt x="329470" y="346560"/>
                    <a:pt x="327192" y="351345"/>
                    <a:pt x="329243" y="354535"/>
                  </a:cubicBezTo>
                  <a:cubicBezTo>
                    <a:pt x="335964" y="365586"/>
                    <a:pt x="344395" y="375269"/>
                    <a:pt x="352825" y="384953"/>
                  </a:cubicBezTo>
                  <a:cubicBezTo>
                    <a:pt x="350319" y="385067"/>
                    <a:pt x="347813" y="385409"/>
                    <a:pt x="345420" y="385751"/>
                  </a:cubicBezTo>
                  <a:cubicBezTo>
                    <a:pt x="333914" y="370598"/>
                    <a:pt x="319445" y="360117"/>
                    <a:pt x="305774" y="368434"/>
                  </a:cubicBezTo>
                  <a:cubicBezTo>
                    <a:pt x="290850" y="377548"/>
                    <a:pt x="293470" y="391789"/>
                    <a:pt x="302014" y="405915"/>
                  </a:cubicBezTo>
                  <a:cubicBezTo>
                    <a:pt x="297457" y="405573"/>
                    <a:pt x="292672" y="405573"/>
                    <a:pt x="287660" y="406257"/>
                  </a:cubicBezTo>
                  <a:cubicBezTo>
                    <a:pt x="283558" y="406827"/>
                    <a:pt x="280141" y="411953"/>
                    <a:pt x="282419" y="415827"/>
                  </a:cubicBezTo>
                  <a:cubicBezTo>
                    <a:pt x="290736" y="429953"/>
                    <a:pt x="303267" y="440435"/>
                    <a:pt x="312723" y="453308"/>
                  </a:cubicBezTo>
                  <a:cubicBezTo>
                    <a:pt x="312382" y="453308"/>
                    <a:pt x="312154" y="453308"/>
                    <a:pt x="311926" y="453422"/>
                  </a:cubicBezTo>
                  <a:cubicBezTo>
                    <a:pt x="294495" y="431435"/>
                    <a:pt x="257241" y="419814"/>
                    <a:pt x="232405" y="420612"/>
                  </a:cubicBezTo>
                  <a:cubicBezTo>
                    <a:pt x="226253" y="420839"/>
                    <a:pt x="224545" y="428928"/>
                    <a:pt x="227621" y="433029"/>
                  </a:cubicBezTo>
                  <a:cubicBezTo>
                    <a:pt x="232861" y="440207"/>
                    <a:pt x="238558" y="446928"/>
                    <a:pt x="244254" y="453764"/>
                  </a:cubicBezTo>
                  <a:cubicBezTo>
                    <a:pt x="236963" y="453536"/>
                    <a:pt x="229443" y="454447"/>
                    <a:pt x="221810" y="456840"/>
                  </a:cubicBezTo>
                  <a:cubicBezTo>
                    <a:pt x="218165" y="457979"/>
                    <a:pt x="216000" y="463561"/>
                    <a:pt x="217937" y="466865"/>
                  </a:cubicBezTo>
                  <a:cubicBezTo>
                    <a:pt x="227962" y="483840"/>
                    <a:pt x="242089" y="496030"/>
                    <a:pt x="257925" y="506397"/>
                  </a:cubicBezTo>
                  <a:cubicBezTo>
                    <a:pt x="246760" y="507423"/>
                    <a:pt x="235823" y="510385"/>
                    <a:pt x="225114" y="516195"/>
                  </a:cubicBezTo>
                  <a:cubicBezTo>
                    <a:pt x="221013" y="518473"/>
                    <a:pt x="218734" y="523942"/>
                    <a:pt x="222266" y="527929"/>
                  </a:cubicBezTo>
                  <a:cubicBezTo>
                    <a:pt x="228418" y="534765"/>
                    <a:pt x="235595" y="539777"/>
                    <a:pt x="243115" y="543993"/>
                  </a:cubicBezTo>
                  <a:cubicBezTo>
                    <a:pt x="242773" y="544790"/>
                    <a:pt x="242659" y="545587"/>
                    <a:pt x="242545" y="546385"/>
                  </a:cubicBezTo>
                  <a:cubicBezTo>
                    <a:pt x="229216" y="550714"/>
                    <a:pt x="218279" y="558917"/>
                    <a:pt x="213608" y="574411"/>
                  </a:cubicBezTo>
                  <a:cubicBezTo>
                    <a:pt x="212355" y="578512"/>
                    <a:pt x="213836" y="583752"/>
                    <a:pt x="218393" y="585120"/>
                  </a:cubicBezTo>
                  <a:cubicBezTo>
                    <a:pt x="220671" y="585803"/>
                    <a:pt x="222950" y="586373"/>
                    <a:pt x="225228" y="586942"/>
                  </a:cubicBezTo>
                  <a:cubicBezTo>
                    <a:pt x="223064" y="588765"/>
                    <a:pt x="220785" y="590474"/>
                    <a:pt x="218620" y="592639"/>
                  </a:cubicBezTo>
                  <a:cubicBezTo>
                    <a:pt x="214975" y="596512"/>
                    <a:pt x="214405" y="601980"/>
                    <a:pt x="218848" y="605512"/>
                  </a:cubicBezTo>
                  <a:cubicBezTo>
                    <a:pt x="228874" y="613373"/>
                    <a:pt x="239811" y="616791"/>
                    <a:pt x="251317" y="616905"/>
                  </a:cubicBezTo>
                  <a:cubicBezTo>
                    <a:pt x="251545" y="617132"/>
                    <a:pt x="251659" y="617474"/>
                    <a:pt x="251887" y="617702"/>
                  </a:cubicBezTo>
                  <a:cubicBezTo>
                    <a:pt x="252456" y="618158"/>
                    <a:pt x="253026" y="618272"/>
                    <a:pt x="253596" y="618727"/>
                  </a:cubicBezTo>
                  <a:cubicBezTo>
                    <a:pt x="256558" y="633652"/>
                    <a:pt x="264647" y="648234"/>
                    <a:pt x="275583" y="660082"/>
                  </a:cubicBezTo>
                  <a:cubicBezTo>
                    <a:pt x="266242" y="658829"/>
                    <a:pt x="257241" y="658373"/>
                    <a:pt x="248811" y="658829"/>
                  </a:cubicBezTo>
                  <a:cubicBezTo>
                    <a:pt x="242773" y="659171"/>
                    <a:pt x="241861" y="666234"/>
                    <a:pt x="244254" y="670335"/>
                  </a:cubicBezTo>
                  <a:cubicBezTo>
                    <a:pt x="243684" y="670335"/>
                    <a:pt x="243001" y="670222"/>
                    <a:pt x="242431" y="670335"/>
                  </a:cubicBezTo>
                  <a:cubicBezTo>
                    <a:pt x="241406" y="670450"/>
                    <a:pt x="240494" y="670791"/>
                    <a:pt x="239469" y="671133"/>
                  </a:cubicBezTo>
                  <a:cubicBezTo>
                    <a:pt x="239127" y="671133"/>
                    <a:pt x="238785" y="671361"/>
                    <a:pt x="238444" y="671475"/>
                  </a:cubicBezTo>
                  <a:cubicBezTo>
                    <a:pt x="236735" y="669766"/>
                    <a:pt x="234456" y="668968"/>
                    <a:pt x="231950" y="668968"/>
                  </a:cubicBezTo>
                  <a:cubicBezTo>
                    <a:pt x="226823" y="669082"/>
                    <a:pt x="222152" y="670450"/>
                    <a:pt x="217823" y="672614"/>
                  </a:cubicBezTo>
                  <a:lnTo>
                    <a:pt x="217823" y="672614"/>
                  </a:lnTo>
                  <a:cubicBezTo>
                    <a:pt x="217823" y="672614"/>
                    <a:pt x="217823" y="672614"/>
                    <a:pt x="217823" y="672614"/>
                  </a:cubicBezTo>
                  <a:cubicBezTo>
                    <a:pt x="216228" y="673412"/>
                    <a:pt x="214747" y="674323"/>
                    <a:pt x="213266" y="675348"/>
                  </a:cubicBezTo>
                  <a:cubicBezTo>
                    <a:pt x="207114" y="675918"/>
                    <a:pt x="198911" y="679563"/>
                    <a:pt x="198228" y="686627"/>
                  </a:cubicBezTo>
                  <a:cubicBezTo>
                    <a:pt x="198114" y="688791"/>
                    <a:pt x="198228" y="690500"/>
                    <a:pt x="198911" y="692665"/>
                  </a:cubicBezTo>
                  <a:cubicBezTo>
                    <a:pt x="198911" y="692893"/>
                    <a:pt x="198911" y="693007"/>
                    <a:pt x="198911" y="693235"/>
                  </a:cubicBezTo>
                  <a:cubicBezTo>
                    <a:pt x="198569" y="693804"/>
                    <a:pt x="198114" y="694260"/>
                    <a:pt x="197772" y="694829"/>
                  </a:cubicBezTo>
                  <a:cubicBezTo>
                    <a:pt x="196063" y="697222"/>
                    <a:pt x="195380" y="699386"/>
                    <a:pt x="195152" y="702007"/>
                  </a:cubicBezTo>
                  <a:cubicBezTo>
                    <a:pt x="191962" y="703830"/>
                    <a:pt x="188202" y="706792"/>
                    <a:pt x="187063" y="710095"/>
                  </a:cubicBezTo>
                  <a:cubicBezTo>
                    <a:pt x="186379" y="712032"/>
                    <a:pt x="186835" y="713627"/>
                    <a:pt x="187860" y="714880"/>
                  </a:cubicBezTo>
                  <a:cubicBezTo>
                    <a:pt x="186038" y="720007"/>
                    <a:pt x="187291" y="724792"/>
                    <a:pt x="192417" y="728551"/>
                  </a:cubicBezTo>
                  <a:cubicBezTo>
                    <a:pt x="195493" y="730830"/>
                    <a:pt x="200050" y="730716"/>
                    <a:pt x="204494" y="730374"/>
                  </a:cubicBezTo>
                  <a:cubicBezTo>
                    <a:pt x="204721" y="731172"/>
                    <a:pt x="205063" y="731855"/>
                    <a:pt x="205633" y="732653"/>
                  </a:cubicBezTo>
                  <a:cubicBezTo>
                    <a:pt x="205975" y="733108"/>
                    <a:pt x="206089" y="733222"/>
                    <a:pt x="206203" y="733450"/>
                  </a:cubicBezTo>
                  <a:cubicBezTo>
                    <a:pt x="205519" y="733792"/>
                    <a:pt x="204721" y="734134"/>
                    <a:pt x="203810" y="734362"/>
                  </a:cubicBezTo>
                  <a:cubicBezTo>
                    <a:pt x="201873" y="734931"/>
                    <a:pt x="199823" y="735501"/>
                    <a:pt x="198000" y="736412"/>
                  </a:cubicBezTo>
                  <a:cubicBezTo>
                    <a:pt x="194240" y="738235"/>
                    <a:pt x="193329" y="741197"/>
                    <a:pt x="194468" y="743931"/>
                  </a:cubicBezTo>
                  <a:cubicBezTo>
                    <a:pt x="193557" y="744615"/>
                    <a:pt x="192759" y="745412"/>
                    <a:pt x="192076" y="746324"/>
                  </a:cubicBezTo>
                  <a:cubicBezTo>
                    <a:pt x="187746" y="743703"/>
                    <a:pt x="182278" y="742108"/>
                    <a:pt x="177265" y="742564"/>
                  </a:cubicBezTo>
                  <a:cubicBezTo>
                    <a:pt x="176240" y="740855"/>
                    <a:pt x="174987" y="739374"/>
                    <a:pt x="173278" y="738349"/>
                  </a:cubicBezTo>
                  <a:cubicBezTo>
                    <a:pt x="170885" y="736868"/>
                    <a:pt x="168379" y="736640"/>
                    <a:pt x="165873" y="737665"/>
                  </a:cubicBezTo>
                  <a:cubicBezTo>
                    <a:pt x="164620" y="738235"/>
                    <a:pt x="163708" y="739602"/>
                    <a:pt x="162683" y="740286"/>
                  </a:cubicBezTo>
                  <a:cubicBezTo>
                    <a:pt x="160290" y="738805"/>
                    <a:pt x="158126" y="737893"/>
                    <a:pt x="154366" y="738349"/>
                  </a:cubicBezTo>
                  <a:cubicBezTo>
                    <a:pt x="150607" y="738805"/>
                    <a:pt x="147303" y="741425"/>
                    <a:pt x="146163" y="745070"/>
                  </a:cubicBezTo>
                  <a:cubicBezTo>
                    <a:pt x="144796" y="749400"/>
                    <a:pt x="145480" y="754298"/>
                    <a:pt x="147531" y="758172"/>
                  </a:cubicBezTo>
                  <a:cubicBezTo>
                    <a:pt x="148556" y="759995"/>
                    <a:pt x="150151" y="761476"/>
                    <a:pt x="151632" y="762843"/>
                  </a:cubicBezTo>
                  <a:cubicBezTo>
                    <a:pt x="153113" y="763640"/>
                    <a:pt x="152999" y="764324"/>
                    <a:pt x="151290" y="764665"/>
                  </a:cubicBezTo>
                  <a:cubicBezTo>
                    <a:pt x="150607" y="765691"/>
                    <a:pt x="149695" y="766602"/>
                    <a:pt x="148670" y="767286"/>
                  </a:cubicBezTo>
                  <a:cubicBezTo>
                    <a:pt x="147645" y="765577"/>
                    <a:pt x="145936" y="763754"/>
                    <a:pt x="144341" y="762615"/>
                  </a:cubicBezTo>
                  <a:cubicBezTo>
                    <a:pt x="141265" y="760564"/>
                    <a:pt x="137961" y="758855"/>
                    <a:pt x="134087" y="759539"/>
                  </a:cubicBezTo>
                  <a:cubicBezTo>
                    <a:pt x="127594" y="760678"/>
                    <a:pt x="125087" y="767855"/>
                    <a:pt x="124290" y="774007"/>
                  </a:cubicBezTo>
                  <a:cubicBezTo>
                    <a:pt x="123150" y="774121"/>
                    <a:pt x="122125" y="774349"/>
                    <a:pt x="121214" y="774691"/>
                  </a:cubicBezTo>
                  <a:lnTo>
                    <a:pt x="121214" y="774691"/>
                  </a:lnTo>
                  <a:cubicBezTo>
                    <a:pt x="120302" y="774919"/>
                    <a:pt x="119391" y="775374"/>
                    <a:pt x="118593" y="775830"/>
                  </a:cubicBezTo>
                  <a:cubicBezTo>
                    <a:pt x="118593" y="775830"/>
                    <a:pt x="118593" y="775830"/>
                    <a:pt x="118479" y="775830"/>
                  </a:cubicBezTo>
                  <a:cubicBezTo>
                    <a:pt x="117796" y="776286"/>
                    <a:pt x="117112" y="776742"/>
                    <a:pt x="116543" y="777197"/>
                  </a:cubicBezTo>
                  <a:cubicBezTo>
                    <a:pt x="116429" y="777197"/>
                    <a:pt x="116315" y="777425"/>
                    <a:pt x="116201" y="777539"/>
                  </a:cubicBezTo>
                  <a:cubicBezTo>
                    <a:pt x="115745" y="777995"/>
                    <a:pt x="115290" y="778564"/>
                    <a:pt x="114948" y="779134"/>
                  </a:cubicBezTo>
                  <a:cubicBezTo>
                    <a:pt x="114948" y="779248"/>
                    <a:pt x="114720" y="779476"/>
                    <a:pt x="114606" y="779590"/>
                  </a:cubicBezTo>
                  <a:cubicBezTo>
                    <a:pt x="114264" y="780159"/>
                    <a:pt x="114036" y="780729"/>
                    <a:pt x="113808" y="781299"/>
                  </a:cubicBezTo>
                  <a:cubicBezTo>
                    <a:pt x="113808" y="781527"/>
                    <a:pt x="113695" y="781754"/>
                    <a:pt x="113581" y="781982"/>
                  </a:cubicBezTo>
                  <a:cubicBezTo>
                    <a:pt x="113467" y="782552"/>
                    <a:pt x="113353" y="783235"/>
                    <a:pt x="113353" y="783805"/>
                  </a:cubicBezTo>
                  <a:cubicBezTo>
                    <a:pt x="113353" y="784147"/>
                    <a:pt x="113353" y="784375"/>
                    <a:pt x="113353" y="784716"/>
                  </a:cubicBezTo>
                  <a:cubicBezTo>
                    <a:pt x="113353" y="785400"/>
                    <a:pt x="113353" y="786083"/>
                    <a:pt x="113467" y="786767"/>
                  </a:cubicBezTo>
                  <a:cubicBezTo>
                    <a:pt x="113467" y="787109"/>
                    <a:pt x="113467" y="787337"/>
                    <a:pt x="113581" y="787678"/>
                  </a:cubicBezTo>
                  <a:cubicBezTo>
                    <a:pt x="113808" y="788704"/>
                    <a:pt x="114036" y="789729"/>
                    <a:pt x="114492" y="790868"/>
                  </a:cubicBezTo>
                  <a:cubicBezTo>
                    <a:pt x="116884" y="797248"/>
                    <a:pt x="121328" y="803286"/>
                    <a:pt x="126796" y="807843"/>
                  </a:cubicBezTo>
                  <a:cubicBezTo>
                    <a:pt x="125315" y="810008"/>
                    <a:pt x="124404" y="812400"/>
                    <a:pt x="124176" y="815021"/>
                  </a:cubicBezTo>
                  <a:cubicBezTo>
                    <a:pt x="120872" y="814109"/>
                    <a:pt x="117682" y="812514"/>
                    <a:pt x="114834" y="816615"/>
                  </a:cubicBezTo>
                  <a:cubicBezTo>
                    <a:pt x="112441" y="820261"/>
                    <a:pt x="112555" y="824704"/>
                    <a:pt x="110163" y="828350"/>
                  </a:cubicBezTo>
                  <a:cubicBezTo>
                    <a:pt x="106859" y="833704"/>
                    <a:pt x="107884" y="839742"/>
                    <a:pt x="110846" y="844983"/>
                  </a:cubicBezTo>
                  <a:cubicBezTo>
                    <a:pt x="107770" y="845211"/>
                    <a:pt x="105150" y="846692"/>
                    <a:pt x="103099" y="850793"/>
                  </a:cubicBezTo>
                  <a:cubicBezTo>
                    <a:pt x="102074" y="853071"/>
                    <a:pt x="101618" y="855806"/>
                    <a:pt x="101618" y="858654"/>
                  </a:cubicBezTo>
                  <a:cubicBezTo>
                    <a:pt x="100935" y="859223"/>
                    <a:pt x="100593" y="859679"/>
                    <a:pt x="100137" y="860477"/>
                  </a:cubicBezTo>
                  <a:cubicBezTo>
                    <a:pt x="98884" y="863439"/>
                    <a:pt x="99796" y="865945"/>
                    <a:pt x="101846" y="867882"/>
                  </a:cubicBezTo>
                  <a:cubicBezTo>
                    <a:pt x="100479" y="869819"/>
                    <a:pt x="100137" y="871983"/>
                    <a:pt x="100707" y="874034"/>
                  </a:cubicBezTo>
                  <a:cubicBezTo>
                    <a:pt x="98998" y="875515"/>
                    <a:pt x="98542" y="877679"/>
                    <a:pt x="98315" y="879958"/>
                  </a:cubicBezTo>
                  <a:cubicBezTo>
                    <a:pt x="94327" y="875970"/>
                    <a:pt x="89087" y="880641"/>
                    <a:pt x="93074" y="884857"/>
                  </a:cubicBezTo>
                  <a:cubicBezTo>
                    <a:pt x="94555" y="886451"/>
                    <a:pt x="94897" y="889300"/>
                    <a:pt x="95239" y="892034"/>
                  </a:cubicBezTo>
                  <a:cubicBezTo>
                    <a:pt x="91479" y="892717"/>
                    <a:pt x="88289" y="894426"/>
                    <a:pt x="87150" y="897844"/>
                  </a:cubicBezTo>
                  <a:cubicBezTo>
                    <a:pt x="83846" y="897844"/>
                    <a:pt x="80656" y="897844"/>
                    <a:pt x="77922" y="898983"/>
                  </a:cubicBezTo>
                  <a:cubicBezTo>
                    <a:pt x="77808" y="898983"/>
                    <a:pt x="77580" y="899097"/>
                    <a:pt x="77466" y="899211"/>
                  </a:cubicBezTo>
                  <a:cubicBezTo>
                    <a:pt x="76669" y="899553"/>
                    <a:pt x="75871" y="900009"/>
                    <a:pt x="75188" y="900578"/>
                  </a:cubicBezTo>
                  <a:cubicBezTo>
                    <a:pt x="75188" y="900578"/>
                    <a:pt x="75074" y="900578"/>
                    <a:pt x="74960" y="900692"/>
                  </a:cubicBezTo>
                  <a:cubicBezTo>
                    <a:pt x="74960" y="900692"/>
                    <a:pt x="74960" y="900692"/>
                    <a:pt x="74960" y="900692"/>
                  </a:cubicBezTo>
                  <a:cubicBezTo>
                    <a:pt x="74960" y="900692"/>
                    <a:pt x="74732" y="900920"/>
                    <a:pt x="74618" y="901034"/>
                  </a:cubicBezTo>
                  <a:cubicBezTo>
                    <a:pt x="73707" y="901945"/>
                    <a:pt x="72795" y="903085"/>
                    <a:pt x="71998" y="904680"/>
                  </a:cubicBezTo>
                  <a:cubicBezTo>
                    <a:pt x="69491" y="909578"/>
                    <a:pt x="72225" y="914477"/>
                    <a:pt x="75871" y="918578"/>
                  </a:cubicBezTo>
                  <a:cubicBezTo>
                    <a:pt x="72681" y="920059"/>
                    <a:pt x="70289" y="922566"/>
                    <a:pt x="69719" y="927009"/>
                  </a:cubicBezTo>
                  <a:cubicBezTo>
                    <a:pt x="68808" y="933616"/>
                    <a:pt x="76783" y="937718"/>
                    <a:pt x="82707" y="939541"/>
                  </a:cubicBezTo>
                  <a:cubicBezTo>
                    <a:pt x="83846" y="942047"/>
                    <a:pt x="86011" y="943756"/>
                    <a:pt x="88745" y="944325"/>
                  </a:cubicBezTo>
                  <a:cubicBezTo>
                    <a:pt x="88745" y="944325"/>
                    <a:pt x="88745" y="944325"/>
                    <a:pt x="88745" y="944439"/>
                  </a:cubicBezTo>
                  <a:cubicBezTo>
                    <a:pt x="88403" y="944553"/>
                    <a:pt x="88175" y="944781"/>
                    <a:pt x="87833" y="945009"/>
                  </a:cubicBezTo>
                  <a:cubicBezTo>
                    <a:pt x="87492" y="945009"/>
                    <a:pt x="87264" y="945237"/>
                    <a:pt x="87036" y="945009"/>
                  </a:cubicBezTo>
                  <a:cubicBezTo>
                    <a:pt x="86352" y="945693"/>
                    <a:pt x="85783" y="946376"/>
                    <a:pt x="85327" y="947174"/>
                  </a:cubicBezTo>
                  <a:cubicBezTo>
                    <a:pt x="85327" y="947287"/>
                    <a:pt x="85099" y="947515"/>
                    <a:pt x="84985" y="947629"/>
                  </a:cubicBezTo>
                  <a:cubicBezTo>
                    <a:pt x="84985" y="947629"/>
                    <a:pt x="84985" y="947629"/>
                    <a:pt x="84985" y="947629"/>
                  </a:cubicBezTo>
                  <a:cubicBezTo>
                    <a:pt x="84985" y="947743"/>
                    <a:pt x="84871" y="947971"/>
                    <a:pt x="84757" y="948085"/>
                  </a:cubicBezTo>
                  <a:cubicBezTo>
                    <a:pt x="84643" y="948313"/>
                    <a:pt x="84530" y="948541"/>
                    <a:pt x="84416" y="948883"/>
                  </a:cubicBezTo>
                  <a:cubicBezTo>
                    <a:pt x="84074" y="949680"/>
                    <a:pt x="83846" y="950478"/>
                    <a:pt x="83846" y="951389"/>
                  </a:cubicBezTo>
                  <a:cubicBezTo>
                    <a:pt x="81681" y="952756"/>
                    <a:pt x="82365" y="952870"/>
                    <a:pt x="79517" y="951845"/>
                  </a:cubicBezTo>
                  <a:cubicBezTo>
                    <a:pt x="75757" y="950478"/>
                    <a:pt x="69833" y="952642"/>
                    <a:pt x="67213" y="955490"/>
                  </a:cubicBezTo>
                  <a:cubicBezTo>
                    <a:pt x="66529" y="956288"/>
                    <a:pt x="65960" y="957199"/>
                    <a:pt x="65504" y="958110"/>
                  </a:cubicBezTo>
                  <a:cubicBezTo>
                    <a:pt x="61972" y="963579"/>
                    <a:pt x="64023" y="969617"/>
                    <a:pt x="69149" y="973035"/>
                  </a:cubicBezTo>
                  <a:cubicBezTo>
                    <a:pt x="68922" y="973946"/>
                    <a:pt x="68808" y="974857"/>
                    <a:pt x="68694" y="975769"/>
                  </a:cubicBezTo>
                  <a:cubicBezTo>
                    <a:pt x="68694" y="975769"/>
                    <a:pt x="68694" y="975769"/>
                    <a:pt x="68694" y="975769"/>
                  </a:cubicBezTo>
                  <a:cubicBezTo>
                    <a:pt x="68124" y="984085"/>
                    <a:pt x="73934" y="989554"/>
                    <a:pt x="82707" y="988414"/>
                  </a:cubicBezTo>
                  <a:cubicBezTo>
                    <a:pt x="84643" y="990693"/>
                    <a:pt x="86922" y="991718"/>
                    <a:pt x="90226" y="991263"/>
                  </a:cubicBezTo>
                  <a:cubicBezTo>
                    <a:pt x="91707" y="991035"/>
                    <a:pt x="93188" y="990237"/>
                    <a:pt x="94327" y="989668"/>
                  </a:cubicBezTo>
                  <a:cubicBezTo>
                    <a:pt x="94327" y="989896"/>
                    <a:pt x="94555" y="990465"/>
                    <a:pt x="94669" y="991377"/>
                  </a:cubicBezTo>
                  <a:cubicBezTo>
                    <a:pt x="94669" y="992174"/>
                    <a:pt x="94327" y="992858"/>
                    <a:pt x="93985" y="993427"/>
                  </a:cubicBezTo>
                  <a:cubicBezTo>
                    <a:pt x="93644" y="993769"/>
                    <a:pt x="93416" y="994225"/>
                    <a:pt x="93188" y="994566"/>
                  </a:cubicBezTo>
                  <a:cubicBezTo>
                    <a:pt x="92732" y="995136"/>
                    <a:pt x="92390" y="995706"/>
                    <a:pt x="92163" y="996389"/>
                  </a:cubicBezTo>
                  <a:cubicBezTo>
                    <a:pt x="91593" y="998212"/>
                    <a:pt x="93871" y="1001060"/>
                    <a:pt x="95352" y="1001858"/>
                  </a:cubicBezTo>
                  <a:cubicBezTo>
                    <a:pt x="99682" y="1004136"/>
                    <a:pt x="104239" y="1006073"/>
                    <a:pt x="108682" y="1007554"/>
                  </a:cubicBezTo>
                  <a:cubicBezTo>
                    <a:pt x="109138" y="1007668"/>
                    <a:pt x="109593" y="1007896"/>
                    <a:pt x="109821" y="1008010"/>
                  </a:cubicBezTo>
                  <a:cubicBezTo>
                    <a:pt x="109479" y="1009149"/>
                    <a:pt x="108796" y="1010516"/>
                    <a:pt x="108226" y="1011314"/>
                  </a:cubicBezTo>
                  <a:cubicBezTo>
                    <a:pt x="106517" y="1013706"/>
                    <a:pt x="104353" y="1015643"/>
                    <a:pt x="103327" y="1018491"/>
                  </a:cubicBezTo>
                  <a:cubicBezTo>
                    <a:pt x="101618" y="1022820"/>
                    <a:pt x="105720" y="1026124"/>
                    <a:pt x="109365" y="1027491"/>
                  </a:cubicBezTo>
                  <a:cubicBezTo>
                    <a:pt x="115631" y="1029655"/>
                    <a:pt x="127366" y="1029200"/>
                    <a:pt x="132948" y="1023845"/>
                  </a:cubicBezTo>
                  <a:cubicBezTo>
                    <a:pt x="132948" y="1023845"/>
                    <a:pt x="132948" y="1023845"/>
                    <a:pt x="132948" y="1023845"/>
                  </a:cubicBezTo>
                  <a:cubicBezTo>
                    <a:pt x="132151" y="1025440"/>
                    <a:pt x="131581" y="1027035"/>
                    <a:pt x="131239" y="1028630"/>
                  </a:cubicBezTo>
                  <a:cubicBezTo>
                    <a:pt x="128847" y="1027149"/>
                    <a:pt x="125315" y="1026921"/>
                    <a:pt x="123264" y="1029200"/>
                  </a:cubicBezTo>
                  <a:cubicBezTo>
                    <a:pt x="122011" y="1030681"/>
                    <a:pt x="121555" y="1032504"/>
                    <a:pt x="121783" y="1034554"/>
                  </a:cubicBezTo>
                  <a:cubicBezTo>
                    <a:pt x="121555" y="1034554"/>
                    <a:pt x="121214" y="1034668"/>
                    <a:pt x="121100" y="1035010"/>
                  </a:cubicBezTo>
                  <a:cubicBezTo>
                    <a:pt x="118821" y="1037972"/>
                    <a:pt x="119619" y="1040364"/>
                    <a:pt x="122695" y="1042415"/>
                  </a:cubicBezTo>
                  <a:cubicBezTo>
                    <a:pt x="124518" y="1043782"/>
                    <a:pt x="125999" y="1046402"/>
                    <a:pt x="122467" y="1045719"/>
                  </a:cubicBezTo>
                  <a:cubicBezTo>
                    <a:pt x="120872" y="1045377"/>
                    <a:pt x="119049" y="1044808"/>
                    <a:pt x="117226" y="1044921"/>
                  </a:cubicBezTo>
                  <a:cubicBezTo>
                    <a:pt x="113239" y="1044921"/>
                    <a:pt x="109138" y="1049592"/>
                    <a:pt x="107315" y="1052896"/>
                  </a:cubicBezTo>
                  <a:cubicBezTo>
                    <a:pt x="105948" y="1055744"/>
                    <a:pt x="107543" y="1057567"/>
                    <a:pt x="109707" y="1059618"/>
                  </a:cubicBezTo>
                  <a:cubicBezTo>
                    <a:pt x="110049" y="1059960"/>
                    <a:pt x="110619" y="1060301"/>
                    <a:pt x="111074" y="1060529"/>
                  </a:cubicBezTo>
                  <a:cubicBezTo>
                    <a:pt x="113011" y="1061213"/>
                    <a:pt x="111986" y="1061441"/>
                    <a:pt x="108226" y="1061213"/>
                  </a:cubicBezTo>
                  <a:cubicBezTo>
                    <a:pt x="107201" y="1060643"/>
                    <a:pt x="106062" y="1059960"/>
                    <a:pt x="104808" y="1059618"/>
                  </a:cubicBezTo>
                  <a:cubicBezTo>
                    <a:pt x="104239" y="1059390"/>
                    <a:pt x="100479" y="1058820"/>
                    <a:pt x="100365" y="1058706"/>
                  </a:cubicBezTo>
                  <a:cubicBezTo>
                    <a:pt x="100365" y="1058592"/>
                    <a:pt x="100137" y="1058479"/>
                    <a:pt x="100023" y="1058364"/>
                  </a:cubicBezTo>
                  <a:cubicBezTo>
                    <a:pt x="99454" y="1057681"/>
                    <a:pt x="98770" y="1057111"/>
                    <a:pt x="98087" y="1056770"/>
                  </a:cubicBezTo>
                  <a:cubicBezTo>
                    <a:pt x="97745" y="1056656"/>
                    <a:pt x="97403" y="1056542"/>
                    <a:pt x="97061" y="1056428"/>
                  </a:cubicBezTo>
                  <a:cubicBezTo>
                    <a:pt x="96492" y="1056200"/>
                    <a:pt x="95922" y="1055972"/>
                    <a:pt x="95239" y="1055858"/>
                  </a:cubicBezTo>
                  <a:cubicBezTo>
                    <a:pt x="95125" y="1055858"/>
                    <a:pt x="95011" y="1055858"/>
                    <a:pt x="94897" y="1055744"/>
                  </a:cubicBezTo>
                  <a:cubicBezTo>
                    <a:pt x="94897" y="1055744"/>
                    <a:pt x="94897" y="1055744"/>
                    <a:pt x="94897" y="1055744"/>
                  </a:cubicBezTo>
                  <a:cubicBezTo>
                    <a:pt x="93758" y="1055630"/>
                    <a:pt x="92618" y="1055516"/>
                    <a:pt x="91593" y="1055630"/>
                  </a:cubicBezTo>
                  <a:lnTo>
                    <a:pt x="91593" y="1055630"/>
                  </a:lnTo>
                  <a:cubicBezTo>
                    <a:pt x="90909" y="1055630"/>
                    <a:pt x="90340" y="1055630"/>
                    <a:pt x="89770" y="1055630"/>
                  </a:cubicBezTo>
                  <a:cubicBezTo>
                    <a:pt x="84757" y="1056200"/>
                    <a:pt x="80428" y="1058251"/>
                    <a:pt x="78150" y="1062922"/>
                  </a:cubicBezTo>
                  <a:cubicBezTo>
                    <a:pt x="75985" y="1066909"/>
                    <a:pt x="80428" y="1070668"/>
                    <a:pt x="78036" y="1074314"/>
                  </a:cubicBezTo>
                  <a:cubicBezTo>
                    <a:pt x="77124" y="1075681"/>
                    <a:pt x="76783" y="1077048"/>
                    <a:pt x="76783" y="1078415"/>
                  </a:cubicBezTo>
                  <a:cubicBezTo>
                    <a:pt x="75643" y="1079555"/>
                    <a:pt x="74732" y="1080808"/>
                    <a:pt x="74162" y="1082289"/>
                  </a:cubicBezTo>
                  <a:cubicBezTo>
                    <a:pt x="73251" y="1084909"/>
                    <a:pt x="74162" y="1087302"/>
                    <a:pt x="73251" y="1090036"/>
                  </a:cubicBezTo>
                  <a:cubicBezTo>
                    <a:pt x="73137" y="1090378"/>
                    <a:pt x="73137" y="1090719"/>
                    <a:pt x="73023" y="1091061"/>
                  </a:cubicBezTo>
                  <a:cubicBezTo>
                    <a:pt x="73023" y="1091061"/>
                    <a:pt x="73023" y="1091061"/>
                    <a:pt x="73023" y="1091061"/>
                  </a:cubicBezTo>
                  <a:cubicBezTo>
                    <a:pt x="72909" y="1091517"/>
                    <a:pt x="72909" y="1091973"/>
                    <a:pt x="72795" y="1092428"/>
                  </a:cubicBezTo>
                  <a:cubicBezTo>
                    <a:pt x="72567" y="1093567"/>
                    <a:pt x="72453" y="1094707"/>
                    <a:pt x="72225" y="1095846"/>
                  </a:cubicBezTo>
                  <a:cubicBezTo>
                    <a:pt x="71884" y="1097783"/>
                    <a:pt x="73365" y="1098124"/>
                    <a:pt x="71884" y="1099264"/>
                  </a:cubicBezTo>
                  <a:cubicBezTo>
                    <a:pt x="71086" y="1100061"/>
                    <a:pt x="70289" y="1100859"/>
                    <a:pt x="69605" y="1101770"/>
                  </a:cubicBezTo>
                  <a:cubicBezTo>
                    <a:pt x="69605" y="1101770"/>
                    <a:pt x="69605" y="1101770"/>
                    <a:pt x="69719" y="1101770"/>
                  </a:cubicBezTo>
                  <a:cubicBezTo>
                    <a:pt x="69491" y="1102112"/>
                    <a:pt x="69149" y="1102340"/>
                    <a:pt x="68922" y="1102682"/>
                  </a:cubicBezTo>
                  <a:cubicBezTo>
                    <a:pt x="68580" y="1102226"/>
                    <a:pt x="68352" y="1101770"/>
                    <a:pt x="68010" y="1101428"/>
                  </a:cubicBezTo>
                  <a:cubicBezTo>
                    <a:pt x="63909" y="1097099"/>
                    <a:pt x="57415" y="1097897"/>
                    <a:pt x="53086" y="1101428"/>
                  </a:cubicBezTo>
                  <a:cubicBezTo>
                    <a:pt x="48643" y="1099833"/>
                    <a:pt x="43630" y="1099378"/>
                    <a:pt x="40440" y="1104049"/>
                  </a:cubicBezTo>
                  <a:cubicBezTo>
                    <a:pt x="37592" y="1108036"/>
                    <a:pt x="38162" y="1112365"/>
                    <a:pt x="41124" y="1115099"/>
                  </a:cubicBezTo>
                  <a:cubicBezTo>
                    <a:pt x="39984" y="1116580"/>
                    <a:pt x="39529" y="1117833"/>
                    <a:pt x="39757" y="1119542"/>
                  </a:cubicBezTo>
                  <a:cubicBezTo>
                    <a:pt x="39757" y="1119542"/>
                    <a:pt x="39757" y="1119542"/>
                    <a:pt x="39757" y="1119428"/>
                  </a:cubicBezTo>
                  <a:cubicBezTo>
                    <a:pt x="39757" y="1119542"/>
                    <a:pt x="39757" y="1119656"/>
                    <a:pt x="39757" y="1119884"/>
                  </a:cubicBezTo>
                  <a:cubicBezTo>
                    <a:pt x="38731" y="1119656"/>
                    <a:pt x="37478" y="1119770"/>
                    <a:pt x="36567" y="1119998"/>
                  </a:cubicBezTo>
                  <a:cubicBezTo>
                    <a:pt x="36225" y="1119998"/>
                    <a:pt x="35769" y="1120112"/>
                    <a:pt x="35313" y="1120340"/>
                  </a:cubicBezTo>
                  <a:lnTo>
                    <a:pt x="35313" y="1119770"/>
                  </a:lnTo>
                  <a:cubicBezTo>
                    <a:pt x="35200" y="1118973"/>
                    <a:pt x="35086" y="1118175"/>
                    <a:pt x="34744" y="1117264"/>
                  </a:cubicBezTo>
                  <a:cubicBezTo>
                    <a:pt x="34516" y="1116466"/>
                    <a:pt x="34174" y="1115783"/>
                    <a:pt x="33605" y="1115327"/>
                  </a:cubicBezTo>
                  <a:cubicBezTo>
                    <a:pt x="30756" y="1112821"/>
                    <a:pt x="27225" y="1112137"/>
                    <a:pt x="23693" y="1113049"/>
                  </a:cubicBezTo>
                  <a:cubicBezTo>
                    <a:pt x="19478" y="1114074"/>
                    <a:pt x="15035" y="1117036"/>
                    <a:pt x="12756" y="1121023"/>
                  </a:cubicBezTo>
                  <a:cubicBezTo>
                    <a:pt x="11275" y="1120909"/>
                    <a:pt x="10022" y="1121023"/>
                    <a:pt x="8655" y="1121593"/>
                  </a:cubicBezTo>
                  <a:cubicBezTo>
                    <a:pt x="6832" y="1122391"/>
                    <a:pt x="5693" y="1123644"/>
                    <a:pt x="5237" y="1125580"/>
                  </a:cubicBezTo>
                  <a:cubicBezTo>
                    <a:pt x="4895" y="1126606"/>
                    <a:pt x="5465" y="1127631"/>
                    <a:pt x="5465" y="1128542"/>
                  </a:cubicBezTo>
                  <a:cubicBezTo>
                    <a:pt x="3642" y="1129340"/>
                    <a:pt x="2275" y="1130137"/>
                    <a:pt x="908" y="1132416"/>
                  </a:cubicBezTo>
                  <a:cubicBezTo>
                    <a:pt x="-459" y="1134808"/>
                    <a:pt x="-231" y="1137770"/>
                    <a:pt x="1250" y="1139935"/>
                  </a:cubicBezTo>
                  <a:cubicBezTo>
                    <a:pt x="3300" y="1142441"/>
                    <a:pt x="6262" y="1144150"/>
                    <a:pt x="9452" y="1144606"/>
                  </a:cubicBezTo>
                  <a:cubicBezTo>
                    <a:pt x="10933" y="1144720"/>
                    <a:pt x="12414" y="1144378"/>
                    <a:pt x="13781" y="1144150"/>
                  </a:cubicBezTo>
                  <a:cubicBezTo>
                    <a:pt x="14921" y="1143694"/>
                    <a:pt x="15262" y="1143922"/>
                    <a:pt x="14693" y="1145176"/>
                  </a:cubicBezTo>
                  <a:cubicBezTo>
                    <a:pt x="15035" y="1145973"/>
                    <a:pt x="15149" y="1146884"/>
                    <a:pt x="15149" y="1147796"/>
                  </a:cubicBezTo>
                  <a:cubicBezTo>
                    <a:pt x="13668" y="1147682"/>
                    <a:pt x="11959" y="1147910"/>
                    <a:pt x="10705" y="1148365"/>
                  </a:cubicBezTo>
                  <a:cubicBezTo>
                    <a:pt x="8199" y="1149277"/>
                    <a:pt x="5921" y="1150416"/>
                    <a:pt x="4781" y="1152922"/>
                  </a:cubicBezTo>
                  <a:cubicBezTo>
                    <a:pt x="2731" y="1157138"/>
                    <a:pt x="5807" y="1161467"/>
                    <a:pt x="9110" y="1164543"/>
                  </a:cubicBezTo>
                  <a:cubicBezTo>
                    <a:pt x="8655" y="1165340"/>
                    <a:pt x="8655" y="1166024"/>
                    <a:pt x="8313" y="1166821"/>
                  </a:cubicBezTo>
                  <a:cubicBezTo>
                    <a:pt x="8313" y="1166821"/>
                    <a:pt x="8313" y="1166707"/>
                    <a:pt x="8313" y="1166593"/>
                  </a:cubicBezTo>
                  <a:cubicBezTo>
                    <a:pt x="8199" y="1166935"/>
                    <a:pt x="8313" y="1167277"/>
                    <a:pt x="8199" y="1167619"/>
                  </a:cubicBezTo>
                  <a:cubicBezTo>
                    <a:pt x="8085" y="1168188"/>
                    <a:pt x="7971" y="1168758"/>
                    <a:pt x="7971" y="1169328"/>
                  </a:cubicBezTo>
                  <a:cubicBezTo>
                    <a:pt x="7971" y="1170011"/>
                    <a:pt x="8085" y="1170581"/>
                    <a:pt x="8313" y="1171264"/>
                  </a:cubicBezTo>
                  <a:cubicBezTo>
                    <a:pt x="8427" y="1171720"/>
                    <a:pt x="8541" y="1172176"/>
                    <a:pt x="8769" y="1172632"/>
                  </a:cubicBezTo>
                  <a:cubicBezTo>
                    <a:pt x="9110" y="1173315"/>
                    <a:pt x="9680" y="1173771"/>
                    <a:pt x="10250" y="1174340"/>
                  </a:cubicBezTo>
                  <a:cubicBezTo>
                    <a:pt x="10592" y="1174682"/>
                    <a:pt x="10819" y="1175024"/>
                    <a:pt x="11161" y="1175252"/>
                  </a:cubicBezTo>
                  <a:cubicBezTo>
                    <a:pt x="12300" y="1176049"/>
                    <a:pt x="13554" y="1176619"/>
                    <a:pt x="15149" y="1177075"/>
                  </a:cubicBezTo>
                  <a:cubicBezTo>
                    <a:pt x="19820" y="1178328"/>
                    <a:pt x="25060" y="1178214"/>
                    <a:pt x="29959" y="1177075"/>
                  </a:cubicBezTo>
                  <a:cubicBezTo>
                    <a:pt x="30642" y="1178783"/>
                    <a:pt x="31554" y="1180265"/>
                    <a:pt x="33035" y="1181518"/>
                  </a:cubicBezTo>
                  <a:cubicBezTo>
                    <a:pt x="31098" y="1182999"/>
                    <a:pt x="28934" y="1184252"/>
                    <a:pt x="30073" y="1187556"/>
                  </a:cubicBezTo>
                  <a:cubicBezTo>
                    <a:pt x="31098" y="1190518"/>
                    <a:pt x="33832" y="1192227"/>
                    <a:pt x="34972" y="1195075"/>
                  </a:cubicBezTo>
                  <a:cubicBezTo>
                    <a:pt x="36681" y="1199176"/>
                    <a:pt x="40554" y="1201113"/>
                    <a:pt x="44883" y="1201455"/>
                  </a:cubicBezTo>
                  <a:cubicBezTo>
                    <a:pt x="43744" y="1203391"/>
                    <a:pt x="43402" y="1205556"/>
                    <a:pt x="45111" y="1208290"/>
                  </a:cubicBezTo>
                  <a:cubicBezTo>
                    <a:pt x="45909" y="1209771"/>
                    <a:pt x="47390" y="1211138"/>
                    <a:pt x="48985" y="1212391"/>
                  </a:cubicBezTo>
                  <a:cubicBezTo>
                    <a:pt x="48985" y="1212961"/>
                    <a:pt x="49099" y="1213531"/>
                    <a:pt x="49554" y="1213986"/>
                  </a:cubicBezTo>
                  <a:cubicBezTo>
                    <a:pt x="49782" y="1214442"/>
                    <a:pt x="50124" y="1214898"/>
                    <a:pt x="50466" y="1215239"/>
                  </a:cubicBezTo>
                  <a:cubicBezTo>
                    <a:pt x="50238" y="1215353"/>
                    <a:pt x="50124" y="1215467"/>
                    <a:pt x="49896" y="1215581"/>
                  </a:cubicBezTo>
                  <a:cubicBezTo>
                    <a:pt x="47162" y="1217860"/>
                    <a:pt x="44200" y="1221164"/>
                    <a:pt x="45111" y="1224923"/>
                  </a:cubicBezTo>
                  <a:cubicBezTo>
                    <a:pt x="45453" y="1226518"/>
                    <a:pt x="46364" y="1227657"/>
                    <a:pt x="47162" y="1229138"/>
                  </a:cubicBezTo>
                  <a:cubicBezTo>
                    <a:pt x="47390" y="1229708"/>
                    <a:pt x="47617" y="1230392"/>
                    <a:pt x="47731" y="1231075"/>
                  </a:cubicBezTo>
                  <a:cubicBezTo>
                    <a:pt x="47731" y="1231189"/>
                    <a:pt x="47731" y="1231303"/>
                    <a:pt x="47731" y="1231417"/>
                  </a:cubicBezTo>
                  <a:cubicBezTo>
                    <a:pt x="46934" y="1234037"/>
                    <a:pt x="45111" y="1237569"/>
                    <a:pt x="46364" y="1240075"/>
                  </a:cubicBezTo>
                  <a:cubicBezTo>
                    <a:pt x="48187" y="1243493"/>
                    <a:pt x="50807" y="1244974"/>
                    <a:pt x="54453" y="1245657"/>
                  </a:cubicBezTo>
                  <a:cubicBezTo>
                    <a:pt x="54453" y="1245657"/>
                    <a:pt x="53542" y="1246455"/>
                    <a:pt x="53200" y="1247480"/>
                  </a:cubicBezTo>
                  <a:cubicBezTo>
                    <a:pt x="52288" y="1249189"/>
                    <a:pt x="52175" y="1251012"/>
                    <a:pt x="52744" y="1252721"/>
                  </a:cubicBezTo>
                  <a:cubicBezTo>
                    <a:pt x="53200" y="1254202"/>
                    <a:pt x="54111" y="1255227"/>
                    <a:pt x="55137" y="1255911"/>
                  </a:cubicBezTo>
                  <a:cubicBezTo>
                    <a:pt x="53086" y="1257848"/>
                    <a:pt x="51719" y="1260126"/>
                    <a:pt x="53314" y="1262404"/>
                  </a:cubicBezTo>
                  <a:cubicBezTo>
                    <a:pt x="54909" y="1264797"/>
                    <a:pt x="57187" y="1266164"/>
                    <a:pt x="59466" y="1267759"/>
                  </a:cubicBezTo>
                  <a:cubicBezTo>
                    <a:pt x="57529" y="1271177"/>
                    <a:pt x="56048" y="1274708"/>
                    <a:pt x="60491" y="1277329"/>
                  </a:cubicBezTo>
                  <a:cubicBezTo>
                    <a:pt x="63795" y="1279151"/>
                    <a:pt x="68694" y="1281316"/>
                    <a:pt x="72453" y="1280291"/>
                  </a:cubicBezTo>
                  <a:cubicBezTo>
                    <a:pt x="72795" y="1280291"/>
                    <a:pt x="73251" y="1280291"/>
                    <a:pt x="73479" y="1280291"/>
                  </a:cubicBezTo>
                  <a:cubicBezTo>
                    <a:pt x="74504" y="1280291"/>
                    <a:pt x="75529" y="1280291"/>
                    <a:pt x="76669" y="1280063"/>
                  </a:cubicBezTo>
                  <a:cubicBezTo>
                    <a:pt x="79289" y="1283139"/>
                    <a:pt x="83390" y="1284392"/>
                    <a:pt x="87947" y="1282341"/>
                  </a:cubicBezTo>
                  <a:cubicBezTo>
                    <a:pt x="90568" y="1281202"/>
                    <a:pt x="92276" y="1280860"/>
                    <a:pt x="95239" y="1280746"/>
                  </a:cubicBezTo>
                  <a:cubicBezTo>
                    <a:pt x="95239" y="1280746"/>
                    <a:pt x="95239" y="1280746"/>
                    <a:pt x="95239" y="1280746"/>
                  </a:cubicBezTo>
                  <a:cubicBezTo>
                    <a:pt x="95239" y="1282455"/>
                    <a:pt x="95239" y="1284050"/>
                    <a:pt x="96036" y="1285304"/>
                  </a:cubicBezTo>
                  <a:cubicBezTo>
                    <a:pt x="96720" y="1286671"/>
                    <a:pt x="97745" y="1287126"/>
                    <a:pt x="98998" y="1287240"/>
                  </a:cubicBezTo>
                  <a:cubicBezTo>
                    <a:pt x="100479" y="1290202"/>
                    <a:pt x="103213" y="1291683"/>
                    <a:pt x="106859" y="1291455"/>
                  </a:cubicBezTo>
                  <a:cubicBezTo>
                    <a:pt x="106403" y="1293050"/>
                    <a:pt x="105036" y="1294531"/>
                    <a:pt x="104239" y="1295785"/>
                  </a:cubicBezTo>
                  <a:cubicBezTo>
                    <a:pt x="102074" y="1299316"/>
                    <a:pt x="100593" y="1303987"/>
                    <a:pt x="103783" y="1307519"/>
                  </a:cubicBezTo>
                  <a:cubicBezTo>
                    <a:pt x="105492" y="1309342"/>
                    <a:pt x="107543" y="1310025"/>
                    <a:pt x="109935" y="1310025"/>
                  </a:cubicBezTo>
                  <a:cubicBezTo>
                    <a:pt x="111644" y="1316177"/>
                    <a:pt x="117796" y="1319823"/>
                    <a:pt x="123834" y="1316975"/>
                  </a:cubicBezTo>
                  <a:cubicBezTo>
                    <a:pt x="125201" y="1317430"/>
                    <a:pt x="126682" y="1317772"/>
                    <a:pt x="128049" y="1317886"/>
                  </a:cubicBezTo>
                  <a:cubicBezTo>
                    <a:pt x="131581" y="1323240"/>
                    <a:pt x="140353" y="1325861"/>
                    <a:pt x="145936" y="1322329"/>
                  </a:cubicBezTo>
                  <a:cubicBezTo>
                    <a:pt x="150379" y="1319595"/>
                    <a:pt x="153569" y="1313785"/>
                    <a:pt x="154024" y="1308089"/>
                  </a:cubicBezTo>
                  <a:cubicBezTo>
                    <a:pt x="155278" y="1306835"/>
                    <a:pt x="155847" y="1305126"/>
                    <a:pt x="155505" y="1303418"/>
                  </a:cubicBezTo>
                  <a:cubicBezTo>
                    <a:pt x="155961" y="1303190"/>
                    <a:pt x="156531" y="1302962"/>
                    <a:pt x="156986" y="1302620"/>
                  </a:cubicBezTo>
                  <a:cubicBezTo>
                    <a:pt x="156986" y="1302620"/>
                    <a:pt x="156986" y="1302620"/>
                    <a:pt x="156986" y="1302620"/>
                  </a:cubicBezTo>
                  <a:cubicBezTo>
                    <a:pt x="157784" y="1302051"/>
                    <a:pt x="158581" y="1301481"/>
                    <a:pt x="159037" y="1300797"/>
                  </a:cubicBezTo>
                  <a:cubicBezTo>
                    <a:pt x="161543" y="1301709"/>
                    <a:pt x="164164" y="1302051"/>
                    <a:pt x="166556" y="1300569"/>
                  </a:cubicBezTo>
                  <a:cubicBezTo>
                    <a:pt x="168379" y="1299430"/>
                    <a:pt x="169404" y="1297721"/>
                    <a:pt x="170999" y="1296582"/>
                  </a:cubicBezTo>
                  <a:cubicBezTo>
                    <a:pt x="172025" y="1295898"/>
                    <a:pt x="172936" y="1295215"/>
                    <a:pt x="173848" y="1294417"/>
                  </a:cubicBezTo>
                  <a:cubicBezTo>
                    <a:pt x="174987" y="1294190"/>
                    <a:pt x="176012" y="1293848"/>
                    <a:pt x="177037" y="1293164"/>
                  </a:cubicBezTo>
                  <a:cubicBezTo>
                    <a:pt x="182278" y="1289974"/>
                    <a:pt x="185696" y="1282683"/>
                    <a:pt x="185240" y="1276303"/>
                  </a:cubicBezTo>
                  <a:cubicBezTo>
                    <a:pt x="185240" y="1276303"/>
                    <a:pt x="185354" y="1276189"/>
                    <a:pt x="185468" y="1276075"/>
                  </a:cubicBezTo>
                  <a:cubicBezTo>
                    <a:pt x="187633" y="1276417"/>
                    <a:pt x="189797" y="1276075"/>
                    <a:pt x="191620" y="1274253"/>
                  </a:cubicBezTo>
                  <a:cubicBezTo>
                    <a:pt x="193215" y="1272544"/>
                    <a:pt x="193671" y="1270949"/>
                    <a:pt x="194126" y="1268557"/>
                  </a:cubicBezTo>
                  <a:cubicBezTo>
                    <a:pt x="194468" y="1266620"/>
                    <a:pt x="196063" y="1265936"/>
                    <a:pt x="196974" y="1264227"/>
                  </a:cubicBezTo>
                  <a:cubicBezTo>
                    <a:pt x="197886" y="1262291"/>
                    <a:pt x="198683" y="1259898"/>
                    <a:pt x="198456" y="1257733"/>
                  </a:cubicBezTo>
                  <a:cubicBezTo>
                    <a:pt x="199481" y="1257961"/>
                    <a:pt x="200506" y="1258189"/>
                    <a:pt x="201645" y="1258075"/>
                  </a:cubicBezTo>
                  <a:cubicBezTo>
                    <a:pt x="204266" y="1257848"/>
                    <a:pt x="205861" y="1256708"/>
                    <a:pt x="206430" y="1254999"/>
                  </a:cubicBezTo>
                  <a:cubicBezTo>
                    <a:pt x="210760" y="1254885"/>
                    <a:pt x="214747" y="1253063"/>
                    <a:pt x="215544" y="1249417"/>
                  </a:cubicBezTo>
                  <a:cubicBezTo>
                    <a:pt x="244937" y="1266848"/>
                    <a:pt x="262254" y="1267189"/>
                    <a:pt x="287774" y="1278240"/>
                  </a:cubicBezTo>
                  <a:cubicBezTo>
                    <a:pt x="316939" y="1290886"/>
                    <a:pt x="338015" y="1332127"/>
                    <a:pt x="344509" y="1378950"/>
                  </a:cubicBezTo>
                  <a:cubicBezTo>
                    <a:pt x="351002" y="1425659"/>
                    <a:pt x="348496" y="1485926"/>
                    <a:pt x="347926" y="1504268"/>
                  </a:cubicBezTo>
                  <a:cubicBezTo>
                    <a:pt x="347471" y="1521356"/>
                    <a:pt x="343483" y="1542774"/>
                    <a:pt x="341091" y="1555762"/>
                  </a:cubicBezTo>
                  <a:cubicBezTo>
                    <a:pt x="339268" y="1556673"/>
                    <a:pt x="337445" y="1557926"/>
                    <a:pt x="336078" y="1558724"/>
                  </a:cubicBezTo>
                  <a:lnTo>
                    <a:pt x="335509" y="1559066"/>
                  </a:lnTo>
                  <a:lnTo>
                    <a:pt x="335167" y="1558382"/>
                  </a:lnTo>
                  <a:lnTo>
                    <a:pt x="335053" y="1558382"/>
                  </a:lnTo>
                  <a:cubicBezTo>
                    <a:pt x="335053" y="1558382"/>
                    <a:pt x="334939" y="1558268"/>
                    <a:pt x="334825" y="1558268"/>
                  </a:cubicBezTo>
                  <a:lnTo>
                    <a:pt x="332774" y="1557471"/>
                  </a:lnTo>
                  <a:cubicBezTo>
                    <a:pt x="331179" y="1556901"/>
                    <a:pt x="329584" y="1556331"/>
                    <a:pt x="328103" y="1555762"/>
                  </a:cubicBezTo>
                  <a:cubicBezTo>
                    <a:pt x="328103" y="1555762"/>
                    <a:pt x="328103" y="1555762"/>
                    <a:pt x="328103" y="1555762"/>
                  </a:cubicBezTo>
                  <a:lnTo>
                    <a:pt x="326736" y="1555306"/>
                  </a:lnTo>
                  <a:lnTo>
                    <a:pt x="325483" y="1555876"/>
                  </a:lnTo>
                  <a:cubicBezTo>
                    <a:pt x="324458" y="1556217"/>
                    <a:pt x="323432" y="1556787"/>
                    <a:pt x="322293" y="1557243"/>
                  </a:cubicBezTo>
                  <a:cubicBezTo>
                    <a:pt x="322293" y="1557243"/>
                    <a:pt x="322293" y="1557243"/>
                    <a:pt x="322293" y="1557243"/>
                  </a:cubicBezTo>
                  <a:lnTo>
                    <a:pt x="322065" y="1557243"/>
                  </a:lnTo>
                  <a:cubicBezTo>
                    <a:pt x="322065" y="1557243"/>
                    <a:pt x="321951" y="1557585"/>
                    <a:pt x="321951" y="1557585"/>
                  </a:cubicBezTo>
                  <a:cubicBezTo>
                    <a:pt x="320812" y="1558610"/>
                    <a:pt x="319217" y="1561344"/>
                    <a:pt x="318078" y="1562597"/>
                  </a:cubicBezTo>
                  <a:lnTo>
                    <a:pt x="317850" y="1562141"/>
                  </a:lnTo>
                  <a:lnTo>
                    <a:pt x="316825" y="1561800"/>
                  </a:lnTo>
                  <a:cubicBezTo>
                    <a:pt x="316825" y="1561800"/>
                    <a:pt x="316027" y="1561458"/>
                    <a:pt x="315571" y="1561344"/>
                  </a:cubicBezTo>
                  <a:cubicBezTo>
                    <a:pt x="315230" y="1561344"/>
                    <a:pt x="315002" y="1561230"/>
                    <a:pt x="314774" y="1561116"/>
                  </a:cubicBezTo>
                  <a:lnTo>
                    <a:pt x="313521" y="1560774"/>
                  </a:lnTo>
                  <a:cubicBezTo>
                    <a:pt x="311926" y="1560319"/>
                    <a:pt x="310331" y="1559749"/>
                    <a:pt x="308736" y="1559293"/>
                  </a:cubicBezTo>
                  <a:lnTo>
                    <a:pt x="308736" y="1559293"/>
                  </a:lnTo>
                  <a:cubicBezTo>
                    <a:pt x="308736" y="1559293"/>
                    <a:pt x="308622" y="1559293"/>
                    <a:pt x="308622" y="1559293"/>
                  </a:cubicBezTo>
                  <a:cubicBezTo>
                    <a:pt x="307938" y="1559179"/>
                    <a:pt x="306685" y="1559407"/>
                    <a:pt x="305888" y="1559635"/>
                  </a:cubicBezTo>
                  <a:lnTo>
                    <a:pt x="301331" y="1560091"/>
                  </a:lnTo>
                  <a:lnTo>
                    <a:pt x="301103" y="1560319"/>
                  </a:lnTo>
                  <a:cubicBezTo>
                    <a:pt x="299736" y="1561002"/>
                    <a:pt x="298255" y="1562939"/>
                    <a:pt x="297343" y="1563736"/>
                  </a:cubicBezTo>
                  <a:cubicBezTo>
                    <a:pt x="296318" y="1564648"/>
                    <a:pt x="295293" y="1565673"/>
                    <a:pt x="294153" y="1566585"/>
                  </a:cubicBezTo>
                  <a:lnTo>
                    <a:pt x="290963" y="1569433"/>
                  </a:lnTo>
                  <a:lnTo>
                    <a:pt x="290963" y="1569888"/>
                  </a:lnTo>
                  <a:cubicBezTo>
                    <a:pt x="290850" y="1571256"/>
                    <a:pt x="291305" y="1574218"/>
                    <a:pt x="291647" y="1574901"/>
                  </a:cubicBezTo>
                  <a:cubicBezTo>
                    <a:pt x="292103" y="1575699"/>
                    <a:pt x="293356" y="1576496"/>
                    <a:pt x="294039" y="1577066"/>
                  </a:cubicBezTo>
                  <a:lnTo>
                    <a:pt x="295634" y="1578547"/>
                  </a:lnTo>
                  <a:lnTo>
                    <a:pt x="297115" y="1578547"/>
                  </a:lnTo>
                  <a:cubicBezTo>
                    <a:pt x="297115" y="1578547"/>
                    <a:pt x="314888" y="1580142"/>
                    <a:pt x="314888" y="1580142"/>
                  </a:cubicBezTo>
                  <a:cubicBezTo>
                    <a:pt x="314888" y="1580142"/>
                    <a:pt x="314888" y="1580142"/>
                    <a:pt x="314888" y="1580142"/>
                  </a:cubicBezTo>
                  <a:lnTo>
                    <a:pt x="315230" y="1580142"/>
                  </a:lnTo>
                  <a:cubicBezTo>
                    <a:pt x="315230" y="1580142"/>
                    <a:pt x="315230" y="1580142"/>
                    <a:pt x="315230" y="1580142"/>
                  </a:cubicBezTo>
                  <a:cubicBezTo>
                    <a:pt x="315230" y="1580142"/>
                    <a:pt x="315230" y="1580142"/>
                    <a:pt x="315230" y="1580142"/>
                  </a:cubicBezTo>
                  <a:cubicBezTo>
                    <a:pt x="317280" y="1579458"/>
                    <a:pt x="319331" y="1578775"/>
                    <a:pt x="321268" y="1577863"/>
                  </a:cubicBezTo>
                  <a:lnTo>
                    <a:pt x="321268" y="1577863"/>
                  </a:lnTo>
                  <a:cubicBezTo>
                    <a:pt x="321268" y="1577863"/>
                    <a:pt x="322863" y="1575129"/>
                    <a:pt x="322863" y="1575129"/>
                  </a:cubicBezTo>
                  <a:cubicBezTo>
                    <a:pt x="323205" y="1574445"/>
                    <a:pt x="323546" y="1573876"/>
                    <a:pt x="324002" y="1573306"/>
                  </a:cubicBezTo>
                  <a:cubicBezTo>
                    <a:pt x="324686" y="1574559"/>
                    <a:pt x="326964" y="1575926"/>
                    <a:pt x="328103" y="1576838"/>
                  </a:cubicBezTo>
                  <a:cubicBezTo>
                    <a:pt x="328673" y="1577408"/>
                    <a:pt x="329129" y="1577749"/>
                    <a:pt x="329584" y="1578091"/>
                  </a:cubicBezTo>
                  <a:lnTo>
                    <a:pt x="330610" y="1579003"/>
                  </a:lnTo>
                  <a:lnTo>
                    <a:pt x="332433" y="1579344"/>
                  </a:lnTo>
                  <a:cubicBezTo>
                    <a:pt x="332433" y="1579344"/>
                    <a:pt x="332546" y="1579344"/>
                    <a:pt x="332774" y="1579344"/>
                  </a:cubicBezTo>
                  <a:cubicBezTo>
                    <a:pt x="332774" y="1579344"/>
                    <a:pt x="332774" y="1579344"/>
                    <a:pt x="332774" y="1579344"/>
                  </a:cubicBezTo>
                  <a:lnTo>
                    <a:pt x="333230" y="1579344"/>
                  </a:lnTo>
                  <a:cubicBezTo>
                    <a:pt x="333230" y="1579344"/>
                    <a:pt x="333230" y="1579344"/>
                    <a:pt x="333230" y="1579344"/>
                  </a:cubicBezTo>
                  <a:lnTo>
                    <a:pt x="365015" y="1585154"/>
                  </a:lnTo>
                  <a:lnTo>
                    <a:pt x="365471" y="1585154"/>
                  </a:lnTo>
                  <a:cubicBezTo>
                    <a:pt x="365471" y="1585154"/>
                    <a:pt x="365585" y="1585154"/>
                    <a:pt x="365699" y="1585154"/>
                  </a:cubicBezTo>
                  <a:lnTo>
                    <a:pt x="365699" y="1585154"/>
                  </a:lnTo>
                  <a:cubicBezTo>
                    <a:pt x="369345" y="1584699"/>
                    <a:pt x="372876" y="1584129"/>
                    <a:pt x="376408" y="1583446"/>
                  </a:cubicBezTo>
                  <a:cubicBezTo>
                    <a:pt x="376636" y="1583446"/>
                    <a:pt x="376864" y="1583446"/>
                    <a:pt x="377092" y="1583446"/>
                  </a:cubicBezTo>
                  <a:lnTo>
                    <a:pt x="380623" y="1579800"/>
                  </a:lnTo>
                  <a:cubicBezTo>
                    <a:pt x="380623" y="1579800"/>
                    <a:pt x="381535" y="1580483"/>
                    <a:pt x="381876" y="1580825"/>
                  </a:cubicBezTo>
                  <a:lnTo>
                    <a:pt x="381876" y="1580825"/>
                  </a:lnTo>
                  <a:cubicBezTo>
                    <a:pt x="381876" y="1580825"/>
                    <a:pt x="382560" y="1581623"/>
                    <a:pt x="382902" y="1581851"/>
                  </a:cubicBezTo>
                  <a:lnTo>
                    <a:pt x="383813" y="1582762"/>
                  </a:lnTo>
                  <a:lnTo>
                    <a:pt x="385066" y="1582762"/>
                  </a:lnTo>
                  <a:cubicBezTo>
                    <a:pt x="385066" y="1582762"/>
                    <a:pt x="385294" y="1582876"/>
                    <a:pt x="385408" y="1582876"/>
                  </a:cubicBezTo>
                  <a:lnTo>
                    <a:pt x="385408" y="1582876"/>
                  </a:lnTo>
                  <a:cubicBezTo>
                    <a:pt x="385408" y="1582876"/>
                    <a:pt x="385750" y="1582876"/>
                    <a:pt x="385750" y="1582876"/>
                  </a:cubicBezTo>
                  <a:lnTo>
                    <a:pt x="385750" y="1582876"/>
                  </a:lnTo>
                  <a:cubicBezTo>
                    <a:pt x="385750" y="1582876"/>
                    <a:pt x="393839" y="1583559"/>
                    <a:pt x="393839" y="1583559"/>
                  </a:cubicBezTo>
                  <a:lnTo>
                    <a:pt x="409788" y="1584926"/>
                  </a:lnTo>
                  <a:cubicBezTo>
                    <a:pt x="412636" y="1583901"/>
                    <a:pt x="415371" y="1582990"/>
                    <a:pt x="418105" y="1581737"/>
                  </a:cubicBezTo>
                  <a:lnTo>
                    <a:pt x="420042" y="1578319"/>
                  </a:lnTo>
                  <a:cubicBezTo>
                    <a:pt x="420042" y="1578319"/>
                    <a:pt x="420497" y="1578319"/>
                    <a:pt x="420725" y="1578319"/>
                  </a:cubicBezTo>
                  <a:cubicBezTo>
                    <a:pt x="420725" y="1578319"/>
                    <a:pt x="420725" y="1578319"/>
                    <a:pt x="420725" y="1578319"/>
                  </a:cubicBezTo>
                  <a:cubicBezTo>
                    <a:pt x="420725" y="1578319"/>
                    <a:pt x="420725" y="1578319"/>
                    <a:pt x="420725" y="1578319"/>
                  </a:cubicBezTo>
                  <a:lnTo>
                    <a:pt x="424257" y="1574673"/>
                  </a:lnTo>
                  <a:cubicBezTo>
                    <a:pt x="424257" y="1574673"/>
                    <a:pt x="424940" y="1575243"/>
                    <a:pt x="425282" y="1575471"/>
                  </a:cubicBezTo>
                  <a:lnTo>
                    <a:pt x="427561" y="1577635"/>
                  </a:lnTo>
                  <a:lnTo>
                    <a:pt x="453536" y="1579800"/>
                  </a:lnTo>
                  <a:cubicBezTo>
                    <a:pt x="453536" y="1579800"/>
                    <a:pt x="453536" y="1579800"/>
                    <a:pt x="453650" y="1579800"/>
                  </a:cubicBezTo>
                  <a:cubicBezTo>
                    <a:pt x="456384" y="1578888"/>
                    <a:pt x="459118" y="1577863"/>
                    <a:pt x="461739" y="1576724"/>
                  </a:cubicBezTo>
                  <a:lnTo>
                    <a:pt x="461739" y="1576724"/>
                  </a:lnTo>
                  <a:cubicBezTo>
                    <a:pt x="461739" y="1576724"/>
                    <a:pt x="461739" y="1576724"/>
                    <a:pt x="461739" y="1576724"/>
                  </a:cubicBezTo>
                  <a:lnTo>
                    <a:pt x="464359" y="1572167"/>
                  </a:lnTo>
                  <a:cubicBezTo>
                    <a:pt x="465270" y="1570686"/>
                    <a:pt x="466068" y="1569091"/>
                    <a:pt x="466979" y="1567610"/>
                  </a:cubicBezTo>
                  <a:lnTo>
                    <a:pt x="467207" y="1567268"/>
                  </a:lnTo>
                  <a:lnTo>
                    <a:pt x="467207" y="1567268"/>
                  </a:lnTo>
                  <a:cubicBezTo>
                    <a:pt x="467207" y="1567268"/>
                    <a:pt x="467207" y="1567268"/>
                    <a:pt x="467207" y="1567268"/>
                  </a:cubicBezTo>
                  <a:lnTo>
                    <a:pt x="467207" y="1567268"/>
                  </a:lnTo>
                  <a:cubicBezTo>
                    <a:pt x="467207" y="1567268"/>
                    <a:pt x="466410" y="1566471"/>
                    <a:pt x="466068" y="1566015"/>
                  </a:cubicBezTo>
                  <a:cubicBezTo>
                    <a:pt x="466068" y="1566015"/>
                    <a:pt x="466068" y="1565901"/>
                    <a:pt x="466068" y="1565787"/>
                  </a:cubicBezTo>
                  <a:cubicBezTo>
                    <a:pt x="465156" y="1564876"/>
                    <a:pt x="464245" y="1563964"/>
                    <a:pt x="463334" y="1563053"/>
                  </a:cubicBezTo>
                  <a:cubicBezTo>
                    <a:pt x="463220" y="1562825"/>
                    <a:pt x="462992" y="1562711"/>
                    <a:pt x="462764" y="1562483"/>
                  </a:cubicBezTo>
                  <a:cubicBezTo>
                    <a:pt x="461739" y="1561344"/>
                    <a:pt x="460941" y="1560091"/>
                    <a:pt x="459802" y="1558952"/>
                  </a:cubicBezTo>
                  <a:cubicBezTo>
                    <a:pt x="459460" y="1558610"/>
                    <a:pt x="459118" y="1558154"/>
                    <a:pt x="458777" y="1557812"/>
                  </a:cubicBezTo>
                  <a:cubicBezTo>
                    <a:pt x="458549" y="1557357"/>
                    <a:pt x="458207" y="1557015"/>
                    <a:pt x="457979" y="1556559"/>
                  </a:cubicBezTo>
                  <a:lnTo>
                    <a:pt x="457295" y="1555420"/>
                  </a:lnTo>
                  <a:lnTo>
                    <a:pt x="455814" y="1554964"/>
                  </a:lnTo>
                  <a:cubicBezTo>
                    <a:pt x="455814" y="1554964"/>
                    <a:pt x="455701" y="1554964"/>
                    <a:pt x="455701" y="1554964"/>
                  </a:cubicBezTo>
                  <a:cubicBezTo>
                    <a:pt x="455245" y="1554736"/>
                    <a:pt x="454789" y="1554623"/>
                    <a:pt x="454219" y="1554395"/>
                  </a:cubicBezTo>
                  <a:cubicBezTo>
                    <a:pt x="453764" y="1554281"/>
                    <a:pt x="453194" y="1554053"/>
                    <a:pt x="452738" y="1553939"/>
                  </a:cubicBezTo>
                  <a:cubicBezTo>
                    <a:pt x="450232" y="1553141"/>
                    <a:pt x="447726" y="1552344"/>
                    <a:pt x="445105" y="1551433"/>
                  </a:cubicBezTo>
                  <a:lnTo>
                    <a:pt x="445105" y="1551433"/>
                  </a:lnTo>
                  <a:cubicBezTo>
                    <a:pt x="444080" y="1551091"/>
                    <a:pt x="441915" y="1551774"/>
                    <a:pt x="440776" y="1551888"/>
                  </a:cubicBezTo>
                  <a:cubicBezTo>
                    <a:pt x="439409" y="1552002"/>
                    <a:pt x="438156" y="1552230"/>
                    <a:pt x="436789" y="1552344"/>
                  </a:cubicBezTo>
                  <a:lnTo>
                    <a:pt x="435536" y="1552344"/>
                  </a:lnTo>
                  <a:cubicBezTo>
                    <a:pt x="435536" y="1552344"/>
                    <a:pt x="435536" y="1552458"/>
                    <a:pt x="435536" y="1552458"/>
                  </a:cubicBezTo>
                  <a:cubicBezTo>
                    <a:pt x="435536" y="1552458"/>
                    <a:pt x="435536" y="1552458"/>
                    <a:pt x="435536" y="1552458"/>
                  </a:cubicBezTo>
                  <a:lnTo>
                    <a:pt x="435194" y="1552458"/>
                  </a:lnTo>
                  <a:cubicBezTo>
                    <a:pt x="435194" y="1552458"/>
                    <a:pt x="434852" y="1552800"/>
                    <a:pt x="434852" y="1552800"/>
                  </a:cubicBezTo>
                  <a:cubicBezTo>
                    <a:pt x="433143" y="1553711"/>
                    <a:pt x="431206" y="1556103"/>
                    <a:pt x="429953" y="1557357"/>
                  </a:cubicBezTo>
                  <a:lnTo>
                    <a:pt x="424827" y="1562028"/>
                  </a:lnTo>
                  <a:cubicBezTo>
                    <a:pt x="424827" y="1562028"/>
                    <a:pt x="424827" y="1562028"/>
                    <a:pt x="424827" y="1562028"/>
                  </a:cubicBezTo>
                  <a:lnTo>
                    <a:pt x="423801" y="1562939"/>
                  </a:lnTo>
                  <a:cubicBezTo>
                    <a:pt x="412864" y="1508825"/>
                    <a:pt x="413320" y="1429305"/>
                    <a:pt x="419358" y="1398431"/>
                  </a:cubicBezTo>
                  <a:cubicBezTo>
                    <a:pt x="424257" y="1373937"/>
                    <a:pt x="447954" y="1360836"/>
                    <a:pt x="465270" y="1356279"/>
                  </a:cubicBezTo>
                  <a:cubicBezTo>
                    <a:pt x="469486" y="1359127"/>
                    <a:pt x="475751" y="1359013"/>
                    <a:pt x="479625" y="1355937"/>
                  </a:cubicBezTo>
                  <a:cubicBezTo>
                    <a:pt x="480878" y="1356279"/>
                    <a:pt x="482131" y="1356393"/>
                    <a:pt x="483498" y="1356279"/>
                  </a:cubicBezTo>
                  <a:cubicBezTo>
                    <a:pt x="485321" y="1357988"/>
                    <a:pt x="487600" y="1358671"/>
                    <a:pt x="489764" y="1358443"/>
                  </a:cubicBezTo>
                  <a:cubicBezTo>
                    <a:pt x="489195" y="1358443"/>
                    <a:pt x="488625" y="1358557"/>
                    <a:pt x="488169" y="1358899"/>
                  </a:cubicBezTo>
                  <a:cubicBezTo>
                    <a:pt x="485207" y="1360608"/>
                    <a:pt x="485891" y="1364481"/>
                    <a:pt x="486574" y="1367330"/>
                  </a:cubicBezTo>
                  <a:cubicBezTo>
                    <a:pt x="487030" y="1368925"/>
                    <a:pt x="488397" y="1369836"/>
                    <a:pt x="488169" y="1371545"/>
                  </a:cubicBezTo>
                  <a:cubicBezTo>
                    <a:pt x="488169" y="1373709"/>
                    <a:pt x="488169" y="1375076"/>
                    <a:pt x="489309" y="1376785"/>
                  </a:cubicBezTo>
                  <a:cubicBezTo>
                    <a:pt x="490448" y="1378608"/>
                    <a:pt x="492385" y="1379292"/>
                    <a:pt x="494321" y="1379406"/>
                  </a:cubicBezTo>
                  <a:cubicBezTo>
                    <a:pt x="494663" y="1380089"/>
                    <a:pt x="495005" y="1380659"/>
                    <a:pt x="495347" y="1381228"/>
                  </a:cubicBezTo>
                  <a:cubicBezTo>
                    <a:pt x="494321" y="1383051"/>
                    <a:pt x="495233" y="1385102"/>
                    <a:pt x="496942" y="1386811"/>
                  </a:cubicBezTo>
                  <a:lnTo>
                    <a:pt x="496942" y="1386811"/>
                  </a:lnTo>
                  <a:cubicBezTo>
                    <a:pt x="497625" y="1387494"/>
                    <a:pt x="498423" y="1388064"/>
                    <a:pt x="499220" y="1388634"/>
                  </a:cubicBezTo>
                  <a:cubicBezTo>
                    <a:pt x="497056" y="1394102"/>
                    <a:pt x="498765" y="1401849"/>
                    <a:pt x="502980" y="1405722"/>
                  </a:cubicBezTo>
                  <a:cubicBezTo>
                    <a:pt x="506170" y="1408684"/>
                    <a:pt x="511524" y="1409026"/>
                    <a:pt x="515626" y="1407317"/>
                  </a:cubicBezTo>
                  <a:cubicBezTo>
                    <a:pt x="514031" y="1409596"/>
                    <a:pt x="514942" y="1412558"/>
                    <a:pt x="517448" y="1413925"/>
                  </a:cubicBezTo>
                  <a:cubicBezTo>
                    <a:pt x="519271" y="1414950"/>
                    <a:pt x="520638" y="1415406"/>
                    <a:pt x="521664" y="1417229"/>
                  </a:cubicBezTo>
                  <a:cubicBezTo>
                    <a:pt x="523031" y="1419507"/>
                    <a:pt x="524854" y="1420874"/>
                    <a:pt x="527132" y="1422014"/>
                  </a:cubicBezTo>
                  <a:cubicBezTo>
                    <a:pt x="529866" y="1423381"/>
                    <a:pt x="536246" y="1424748"/>
                    <a:pt x="538753" y="1422469"/>
                  </a:cubicBezTo>
                  <a:cubicBezTo>
                    <a:pt x="540348" y="1421102"/>
                    <a:pt x="541031" y="1419849"/>
                    <a:pt x="541031" y="1417684"/>
                  </a:cubicBezTo>
                  <a:cubicBezTo>
                    <a:pt x="541031" y="1417001"/>
                    <a:pt x="540234" y="1415292"/>
                    <a:pt x="541487" y="1415178"/>
                  </a:cubicBezTo>
                  <a:cubicBezTo>
                    <a:pt x="541487" y="1415178"/>
                    <a:pt x="541715" y="1415178"/>
                    <a:pt x="541829" y="1415178"/>
                  </a:cubicBezTo>
                  <a:cubicBezTo>
                    <a:pt x="545816" y="1417001"/>
                    <a:pt x="548664" y="1414039"/>
                    <a:pt x="549234" y="1409937"/>
                  </a:cubicBezTo>
                  <a:cubicBezTo>
                    <a:pt x="550943" y="1409596"/>
                    <a:pt x="552310" y="1408229"/>
                    <a:pt x="552082" y="1405722"/>
                  </a:cubicBezTo>
                  <a:cubicBezTo>
                    <a:pt x="551968" y="1404469"/>
                    <a:pt x="551626" y="1403216"/>
                    <a:pt x="551284" y="1402077"/>
                  </a:cubicBezTo>
                  <a:cubicBezTo>
                    <a:pt x="551171" y="1401621"/>
                    <a:pt x="551057" y="1400937"/>
                    <a:pt x="550943" y="1400482"/>
                  </a:cubicBezTo>
                  <a:cubicBezTo>
                    <a:pt x="550943" y="1400482"/>
                    <a:pt x="551284" y="1400482"/>
                    <a:pt x="551512" y="1400482"/>
                  </a:cubicBezTo>
                  <a:cubicBezTo>
                    <a:pt x="552082" y="1400482"/>
                    <a:pt x="552538" y="1400482"/>
                    <a:pt x="553107" y="1400482"/>
                  </a:cubicBezTo>
                  <a:cubicBezTo>
                    <a:pt x="554247" y="1402874"/>
                    <a:pt x="555614" y="1405267"/>
                    <a:pt x="557778" y="1406292"/>
                  </a:cubicBezTo>
                  <a:cubicBezTo>
                    <a:pt x="561424" y="1407887"/>
                    <a:pt x="564386" y="1406975"/>
                    <a:pt x="566551" y="1404355"/>
                  </a:cubicBezTo>
                  <a:cubicBezTo>
                    <a:pt x="567576" y="1404469"/>
                    <a:pt x="568601" y="1404355"/>
                    <a:pt x="569399" y="1403216"/>
                  </a:cubicBezTo>
                  <a:cubicBezTo>
                    <a:pt x="569627" y="1402874"/>
                    <a:pt x="569740" y="1402305"/>
                    <a:pt x="569968" y="1401963"/>
                  </a:cubicBezTo>
                  <a:cubicBezTo>
                    <a:pt x="569968" y="1404013"/>
                    <a:pt x="569854" y="1406064"/>
                    <a:pt x="571563" y="1407773"/>
                  </a:cubicBezTo>
                  <a:cubicBezTo>
                    <a:pt x="572703" y="1408798"/>
                    <a:pt x="573842" y="1409368"/>
                    <a:pt x="575437" y="1409710"/>
                  </a:cubicBezTo>
                  <a:cubicBezTo>
                    <a:pt x="577829" y="1410279"/>
                    <a:pt x="579424" y="1410849"/>
                    <a:pt x="581361" y="1412330"/>
                  </a:cubicBezTo>
                  <a:cubicBezTo>
                    <a:pt x="585007" y="1414836"/>
                    <a:pt x="588652" y="1414495"/>
                    <a:pt x="591386" y="1412330"/>
                  </a:cubicBezTo>
                  <a:cubicBezTo>
                    <a:pt x="592298" y="1412672"/>
                    <a:pt x="593095" y="1412900"/>
                    <a:pt x="594007" y="1413013"/>
                  </a:cubicBezTo>
                  <a:cubicBezTo>
                    <a:pt x="594235" y="1413013"/>
                    <a:pt x="594462" y="1413013"/>
                    <a:pt x="594804" y="1413013"/>
                  </a:cubicBezTo>
                  <a:cubicBezTo>
                    <a:pt x="597880" y="1414608"/>
                    <a:pt x="602437" y="1413583"/>
                    <a:pt x="605513" y="1412558"/>
                  </a:cubicBezTo>
                  <a:cubicBezTo>
                    <a:pt x="609842" y="1411077"/>
                    <a:pt x="609159" y="1407659"/>
                    <a:pt x="608134" y="1404469"/>
                  </a:cubicBezTo>
                  <a:cubicBezTo>
                    <a:pt x="610298" y="1403558"/>
                    <a:pt x="612463" y="1402760"/>
                    <a:pt x="614286" y="1400937"/>
                  </a:cubicBezTo>
                  <a:cubicBezTo>
                    <a:pt x="615994" y="1399229"/>
                    <a:pt x="615083" y="1397064"/>
                    <a:pt x="613830" y="1395013"/>
                  </a:cubicBezTo>
                  <a:cubicBezTo>
                    <a:pt x="614969" y="1394558"/>
                    <a:pt x="615767" y="1393874"/>
                    <a:pt x="616450" y="1392735"/>
                  </a:cubicBezTo>
                  <a:cubicBezTo>
                    <a:pt x="617248" y="1391368"/>
                    <a:pt x="617475" y="1389773"/>
                    <a:pt x="617020" y="1388178"/>
                  </a:cubicBezTo>
                  <a:cubicBezTo>
                    <a:pt x="616792" y="1387152"/>
                    <a:pt x="616222" y="1386355"/>
                    <a:pt x="616222" y="1386355"/>
                  </a:cubicBezTo>
                  <a:cubicBezTo>
                    <a:pt x="619526" y="1386355"/>
                    <a:pt x="622032" y="1385558"/>
                    <a:pt x="624197" y="1382937"/>
                  </a:cubicBezTo>
                  <a:cubicBezTo>
                    <a:pt x="625792" y="1381114"/>
                    <a:pt x="624767" y="1377697"/>
                    <a:pt x="624539" y="1375304"/>
                  </a:cubicBezTo>
                  <a:cubicBezTo>
                    <a:pt x="624539" y="1375304"/>
                    <a:pt x="624539" y="1375190"/>
                    <a:pt x="624653" y="1375076"/>
                  </a:cubicBezTo>
                  <a:cubicBezTo>
                    <a:pt x="624881" y="1374621"/>
                    <a:pt x="625222" y="1374051"/>
                    <a:pt x="625450" y="1373596"/>
                  </a:cubicBezTo>
                  <a:cubicBezTo>
                    <a:pt x="626248" y="1372342"/>
                    <a:pt x="627273" y="1371545"/>
                    <a:pt x="627957" y="1370292"/>
                  </a:cubicBezTo>
                  <a:cubicBezTo>
                    <a:pt x="629438" y="1367102"/>
                    <a:pt x="627501" y="1363798"/>
                    <a:pt x="625450" y="1361405"/>
                  </a:cubicBezTo>
                  <a:cubicBezTo>
                    <a:pt x="625336" y="1361292"/>
                    <a:pt x="625108" y="1361178"/>
                    <a:pt x="624995" y="1360950"/>
                  </a:cubicBezTo>
                  <a:cubicBezTo>
                    <a:pt x="625336" y="1360722"/>
                    <a:pt x="625792" y="1360494"/>
                    <a:pt x="626134" y="1360038"/>
                  </a:cubicBezTo>
                  <a:cubicBezTo>
                    <a:pt x="626362" y="1359697"/>
                    <a:pt x="626703" y="1359241"/>
                    <a:pt x="626817" y="1358785"/>
                  </a:cubicBezTo>
                  <a:cubicBezTo>
                    <a:pt x="628412" y="1357988"/>
                    <a:pt x="629893" y="1357076"/>
                    <a:pt x="630919" y="1355937"/>
                  </a:cubicBezTo>
                  <a:cubicBezTo>
                    <a:pt x="632855" y="1353772"/>
                    <a:pt x="632969" y="1351836"/>
                    <a:pt x="632172" y="1350127"/>
                  </a:cubicBezTo>
                  <a:cubicBezTo>
                    <a:pt x="635931" y="1350469"/>
                    <a:pt x="639691" y="1349557"/>
                    <a:pt x="641856" y="1346367"/>
                  </a:cubicBezTo>
                  <a:cubicBezTo>
                    <a:pt x="643337" y="1344089"/>
                    <a:pt x="645957" y="1343063"/>
                    <a:pt x="647438" y="1340785"/>
                  </a:cubicBezTo>
                  <a:cubicBezTo>
                    <a:pt x="649033" y="1338165"/>
                    <a:pt x="647324" y="1336684"/>
                    <a:pt x="645957" y="1335089"/>
                  </a:cubicBezTo>
                  <a:cubicBezTo>
                    <a:pt x="647438" y="1334291"/>
                    <a:pt x="648577" y="1333152"/>
                    <a:pt x="649375" y="1331785"/>
                  </a:cubicBezTo>
                  <a:cubicBezTo>
                    <a:pt x="653362" y="1333722"/>
                    <a:pt x="657919" y="1334747"/>
                    <a:pt x="662021" y="1334519"/>
                  </a:cubicBezTo>
                  <a:cubicBezTo>
                    <a:pt x="663502" y="1334519"/>
                    <a:pt x="664755" y="1334063"/>
                    <a:pt x="665780" y="1333608"/>
                  </a:cubicBezTo>
                  <a:cubicBezTo>
                    <a:pt x="666236" y="1333380"/>
                    <a:pt x="666464" y="1333152"/>
                    <a:pt x="666805" y="1332924"/>
                  </a:cubicBezTo>
                  <a:cubicBezTo>
                    <a:pt x="667375" y="1332582"/>
                    <a:pt x="667945" y="1332241"/>
                    <a:pt x="668286" y="1331671"/>
                  </a:cubicBezTo>
                  <a:cubicBezTo>
                    <a:pt x="668628" y="1331329"/>
                    <a:pt x="668742" y="1330987"/>
                    <a:pt x="668970" y="1330532"/>
                  </a:cubicBezTo>
                  <a:cubicBezTo>
                    <a:pt x="669198" y="1330076"/>
                    <a:pt x="669426" y="1329506"/>
                    <a:pt x="669540" y="1328937"/>
                  </a:cubicBezTo>
                  <a:cubicBezTo>
                    <a:pt x="669540" y="1328367"/>
                    <a:pt x="669540" y="1327911"/>
                    <a:pt x="669540" y="1327342"/>
                  </a:cubicBezTo>
                  <a:cubicBezTo>
                    <a:pt x="669540" y="1327114"/>
                    <a:pt x="669540" y="1326886"/>
                    <a:pt x="669540" y="1326544"/>
                  </a:cubicBezTo>
                  <a:cubicBezTo>
                    <a:pt x="669540" y="1326544"/>
                    <a:pt x="669540" y="1326544"/>
                    <a:pt x="669426" y="1326658"/>
                  </a:cubicBezTo>
                  <a:cubicBezTo>
                    <a:pt x="669426" y="1325975"/>
                    <a:pt x="669426" y="1325405"/>
                    <a:pt x="669198" y="1324608"/>
                  </a:cubicBezTo>
                  <a:cubicBezTo>
                    <a:pt x="672388" y="1322557"/>
                    <a:pt x="675806" y="1319367"/>
                    <a:pt x="674894" y="1315380"/>
                  </a:cubicBezTo>
                  <a:cubicBezTo>
                    <a:pt x="674211" y="1313101"/>
                    <a:pt x="672502" y="1311620"/>
                    <a:pt x="670565" y="1310481"/>
                  </a:cubicBezTo>
                  <a:cubicBezTo>
                    <a:pt x="669540" y="1309797"/>
                    <a:pt x="668059" y="1309228"/>
                    <a:pt x="666805" y="1309228"/>
                  </a:cubicBezTo>
                  <a:cubicBezTo>
                    <a:pt x="667033" y="1308430"/>
                    <a:pt x="667261" y="1307747"/>
                    <a:pt x="667717" y="1307063"/>
                  </a:cubicBezTo>
                  <a:cubicBezTo>
                    <a:pt x="667603" y="1305924"/>
                    <a:pt x="667717" y="1305810"/>
                    <a:pt x="668742" y="1306380"/>
                  </a:cubicBezTo>
                  <a:cubicBezTo>
                    <a:pt x="669881" y="1306835"/>
                    <a:pt x="671135" y="1307519"/>
                    <a:pt x="672274" y="1307519"/>
                  </a:cubicBezTo>
                  <a:cubicBezTo>
                    <a:pt x="675122" y="1307747"/>
                    <a:pt x="677970" y="1306835"/>
                    <a:pt x="680021" y="1305013"/>
                  </a:cubicBezTo>
                  <a:cubicBezTo>
                    <a:pt x="681730" y="1303418"/>
                    <a:pt x="682527" y="1300911"/>
                    <a:pt x="681730" y="1298633"/>
                  </a:cubicBezTo>
                  <a:cubicBezTo>
                    <a:pt x="681046" y="1296354"/>
                    <a:pt x="679907" y="1295443"/>
                    <a:pt x="678540" y="1294417"/>
                  </a:cubicBezTo>
                  <a:cubicBezTo>
                    <a:pt x="678654" y="1293620"/>
                    <a:pt x="679223" y="1292822"/>
                    <a:pt x="679223" y="1292025"/>
                  </a:cubicBezTo>
                  <a:cubicBezTo>
                    <a:pt x="679109" y="1290316"/>
                    <a:pt x="678312" y="1288949"/>
                    <a:pt x="676945" y="1287924"/>
                  </a:cubicBezTo>
                  <a:cubicBezTo>
                    <a:pt x="675919" y="1287240"/>
                    <a:pt x="674780" y="1286898"/>
                    <a:pt x="673527" y="1286784"/>
                  </a:cubicBezTo>
                  <a:cubicBezTo>
                    <a:pt x="672274" y="1283025"/>
                    <a:pt x="668970" y="1279607"/>
                    <a:pt x="665552" y="1278012"/>
                  </a:cubicBezTo>
                  <a:cubicBezTo>
                    <a:pt x="662590" y="1276645"/>
                    <a:pt x="659628" y="1276645"/>
                    <a:pt x="656666" y="1278126"/>
                  </a:cubicBezTo>
                  <a:cubicBezTo>
                    <a:pt x="656210" y="1278468"/>
                    <a:pt x="655755" y="1278924"/>
                    <a:pt x="655413" y="1279493"/>
                  </a:cubicBezTo>
                  <a:cubicBezTo>
                    <a:pt x="654957" y="1280177"/>
                    <a:pt x="654615" y="1280974"/>
                    <a:pt x="654501" y="1281658"/>
                  </a:cubicBezTo>
                  <a:cubicBezTo>
                    <a:pt x="654501" y="1281658"/>
                    <a:pt x="654501" y="1281886"/>
                    <a:pt x="654387" y="1281886"/>
                  </a:cubicBezTo>
                  <a:cubicBezTo>
                    <a:pt x="654387" y="1281886"/>
                    <a:pt x="654387" y="1281886"/>
                    <a:pt x="654387" y="1281886"/>
                  </a:cubicBezTo>
                  <a:cubicBezTo>
                    <a:pt x="654387" y="1281886"/>
                    <a:pt x="654387" y="1282000"/>
                    <a:pt x="654387" y="1282114"/>
                  </a:cubicBezTo>
                  <a:cubicBezTo>
                    <a:pt x="654046" y="1281886"/>
                    <a:pt x="653818" y="1281772"/>
                    <a:pt x="653476" y="1281658"/>
                  </a:cubicBezTo>
                  <a:cubicBezTo>
                    <a:pt x="652679" y="1281316"/>
                    <a:pt x="651653" y="1280974"/>
                    <a:pt x="650628" y="1280974"/>
                  </a:cubicBezTo>
                  <a:cubicBezTo>
                    <a:pt x="650628" y="1280974"/>
                    <a:pt x="650742" y="1280746"/>
                    <a:pt x="650742" y="1280633"/>
                  </a:cubicBezTo>
                  <a:cubicBezTo>
                    <a:pt x="650742" y="1280633"/>
                    <a:pt x="650742" y="1280633"/>
                    <a:pt x="650628" y="1280746"/>
                  </a:cubicBezTo>
                  <a:cubicBezTo>
                    <a:pt x="651198" y="1279379"/>
                    <a:pt x="650970" y="1278126"/>
                    <a:pt x="650286" y="1276645"/>
                  </a:cubicBezTo>
                  <a:cubicBezTo>
                    <a:pt x="653362" y="1274822"/>
                    <a:pt x="654501" y="1271177"/>
                    <a:pt x="652906" y="1267303"/>
                  </a:cubicBezTo>
                  <a:cubicBezTo>
                    <a:pt x="650970" y="1262860"/>
                    <a:pt x="646641" y="1262291"/>
                    <a:pt x="642425" y="1262860"/>
                  </a:cubicBezTo>
                  <a:cubicBezTo>
                    <a:pt x="639349" y="1259215"/>
                    <a:pt x="633995" y="1257392"/>
                    <a:pt x="629666" y="1260354"/>
                  </a:cubicBezTo>
                  <a:cubicBezTo>
                    <a:pt x="629324" y="1260582"/>
                    <a:pt x="628982" y="1261037"/>
                    <a:pt x="628640" y="1261265"/>
                  </a:cubicBezTo>
                  <a:cubicBezTo>
                    <a:pt x="628526" y="1260924"/>
                    <a:pt x="628298" y="1260696"/>
                    <a:pt x="628185" y="1260354"/>
                  </a:cubicBezTo>
                  <a:cubicBezTo>
                    <a:pt x="628185" y="1260354"/>
                    <a:pt x="628185" y="1260354"/>
                    <a:pt x="628185" y="1260354"/>
                  </a:cubicBezTo>
                  <a:cubicBezTo>
                    <a:pt x="627843" y="1259442"/>
                    <a:pt x="627273" y="1258645"/>
                    <a:pt x="626590" y="1257733"/>
                  </a:cubicBezTo>
                  <a:cubicBezTo>
                    <a:pt x="625450" y="1256480"/>
                    <a:pt x="626817" y="1256480"/>
                    <a:pt x="626817" y="1254658"/>
                  </a:cubicBezTo>
                  <a:cubicBezTo>
                    <a:pt x="626817" y="1253746"/>
                    <a:pt x="626931" y="1252721"/>
                    <a:pt x="626931" y="1251810"/>
                  </a:cubicBezTo>
                  <a:cubicBezTo>
                    <a:pt x="626931" y="1251354"/>
                    <a:pt x="626931" y="1250898"/>
                    <a:pt x="626931" y="1250556"/>
                  </a:cubicBezTo>
                  <a:cubicBezTo>
                    <a:pt x="626931" y="1250556"/>
                    <a:pt x="626931" y="1250556"/>
                    <a:pt x="626817" y="1250556"/>
                  </a:cubicBezTo>
                  <a:cubicBezTo>
                    <a:pt x="626817" y="1250215"/>
                    <a:pt x="626817" y="1249987"/>
                    <a:pt x="626817" y="1249645"/>
                  </a:cubicBezTo>
                  <a:cubicBezTo>
                    <a:pt x="626362" y="1247252"/>
                    <a:pt x="627615" y="1245316"/>
                    <a:pt x="627273" y="1242809"/>
                  </a:cubicBezTo>
                  <a:cubicBezTo>
                    <a:pt x="627159" y="1241442"/>
                    <a:pt x="626476" y="1240303"/>
                    <a:pt x="625792" y="1239050"/>
                  </a:cubicBezTo>
                  <a:cubicBezTo>
                    <a:pt x="626020" y="1237911"/>
                    <a:pt x="626020" y="1236657"/>
                    <a:pt x="625564" y="1235404"/>
                  </a:cubicBezTo>
                  <a:cubicBezTo>
                    <a:pt x="624083" y="1231759"/>
                    <a:pt x="628526" y="1229366"/>
                    <a:pt x="627387" y="1225493"/>
                  </a:cubicBezTo>
                  <a:cubicBezTo>
                    <a:pt x="626134" y="1221164"/>
                    <a:pt x="623058" y="1218543"/>
                    <a:pt x="618729" y="1217290"/>
                  </a:cubicBezTo>
                  <a:cubicBezTo>
                    <a:pt x="618273" y="1217176"/>
                    <a:pt x="617703" y="1216948"/>
                    <a:pt x="617248" y="1216834"/>
                  </a:cubicBezTo>
                  <a:cubicBezTo>
                    <a:pt x="617248" y="1216834"/>
                    <a:pt x="617248" y="1216834"/>
                    <a:pt x="617248" y="1216834"/>
                  </a:cubicBezTo>
                  <a:cubicBezTo>
                    <a:pt x="616336" y="1216607"/>
                    <a:pt x="615425" y="1216493"/>
                    <a:pt x="614399" y="1216379"/>
                  </a:cubicBezTo>
                  <a:cubicBezTo>
                    <a:pt x="614399" y="1216379"/>
                    <a:pt x="614399" y="1216379"/>
                    <a:pt x="614399" y="1216379"/>
                  </a:cubicBezTo>
                  <a:cubicBezTo>
                    <a:pt x="614399" y="1216379"/>
                    <a:pt x="614399" y="1216379"/>
                    <a:pt x="614286" y="1216379"/>
                  </a:cubicBezTo>
                  <a:cubicBezTo>
                    <a:pt x="613488" y="1216379"/>
                    <a:pt x="612805" y="1216379"/>
                    <a:pt x="612121" y="1216607"/>
                  </a:cubicBezTo>
                  <a:cubicBezTo>
                    <a:pt x="611893" y="1216607"/>
                    <a:pt x="611665" y="1216607"/>
                    <a:pt x="611437" y="1216607"/>
                  </a:cubicBezTo>
                  <a:cubicBezTo>
                    <a:pt x="610526" y="1216834"/>
                    <a:pt x="609729" y="1217290"/>
                    <a:pt x="609045" y="1217974"/>
                  </a:cubicBezTo>
                  <a:cubicBezTo>
                    <a:pt x="609045" y="1217974"/>
                    <a:pt x="605627" y="1217860"/>
                    <a:pt x="605058" y="1217974"/>
                  </a:cubicBezTo>
                  <a:cubicBezTo>
                    <a:pt x="603918" y="1217974"/>
                    <a:pt x="603007" y="1218429"/>
                    <a:pt x="601868" y="1218771"/>
                  </a:cubicBezTo>
                  <a:cubicBezTo>
                    <a:pt x="598564" y="1218315"/>
                    <a:pt x="597880" y="1217974"/>
                    <a:pt x="599589" y="1217746"/>
                  </a:cubicBezTo>
                  <a:cubicBezTo>
                    <a:pt x="600045" y="1217632"/>
                    <a:pt x="600614" y="1217404"/>
                    <a:pt x="600956" y="1217176"/>
                  </a:cubicBezTo>
                  <a:cubicBezTo>
                    <a:pt x="602893" y="1215923"/>
                    <a:pt x="604488" y="1214670"/>
                    <a:pt x="604146" y="1212505"/>
                  </a:cubicBezTo>
                  <a:cubicBezTo>
                    <a:pt x="607906" y="1212050"/>
                    <a:pt x="611665" y="1210227"/>
                    <a:pt x="613830" y="1207265"/>
                  </a:cubicBezTo>
                  <a:cubicBezTo>
                    <a:pt x="615311" y="1207265"/>
                    <a:pt x="616792" y="1207037"/>
                    <a:pt x="618273" y="1206581"/>
                  </a:cubicBezTo>
                  <a:cubicBezTo>
                    <a:pt x="624083" y="1209771"/>
                    <a:pt x="630349" y="1206581"/>
                    <a:pt x="632514" y="1200429"/>
                  </a:cubicBezTo>
                  <a:cubicBezTo>
                    <a:pt x="634792" y="1200543"/>
                    <a:pt x="636843" y="1199974"/>
                    <a:pt x="638666" y="1198265"/>
                  </a:cubicBezTo>
                  <a:cubicBezTo>
                    <a:pt x="642083" y="1194961"/>
                    <a:pt x="640830" y="1190176"/>
                    <a:pt x="639007" y="1186530"/>
                  </a:cubicBezTo>
                  <a:cubicBezTo>
                    <a:pt x="638210" y="1185277"/>
                    <a:pt x="636957" y="1183682"/>
                    <a:pt x="636615" y="1182087"/>
                  </a:cubicBezTo>
                  <a:cubicBezTo>
                    <a:pt x="640261" y="1182657"/>
                    <a:pt x="642995" y="1181290"/>
                    <a:pt x="644818" y="1178328"/>
                  </a:cubicBezTo>
                  <a:cubicBezTo>
                    <a:pt x="645957" y="1178328"/>
                    <a:pt x="647096" y="1177872"/>
                    <a:pt x="647894" y="1176619"/>
                  </a:cubicBezTo>
                  <a:cubicBezTo>
                    <a:pt x="649147" y="1174454"/>
                    <a:pt x="649033" y="1171150"/>
                    <a:pt x="648577" y="1168530"/>
                  </a:cubicBezTo>
                  <a:cubicBezTo>
                    <a:pt x="648691" y="1168416"/>
                    <a:pt x="648805" y="1168188"/>
                    <a:pt x="649033" y="1168074"/>
                  </a:cubicBezTo>
                  <a:cubicBezTo>
                    <a:pt x="649261" y="1168302"/>
                    <a:pt x="649489" y="1168644"/>
                    <a:pt x="649830" y="1168872"/>
                  </a:cubicBezTo>
                  <a:cubicBezTo>
                    <a:pt x="651311" y="1169897"/>
                    <a:pt x="652679" y="1170353"/>
                    <a:pt x="654387" y="1170467"/>
                  </a:cubicBezTo>
                  <a:cubicBezTo>
                    <a:pt x="657122" y="1170695"/>
                    <a:pt x="659058" y="1171150"/>
                    <a:pt x="661565" y="1172404"/>
                  </a:cubicBezTo>
                  <a:cubicBezTo>
                    <a:pt x="666008" y="1174682"/>
                    <a:pt x="670109" y="1173657"/>
                    <a:pt x="672844" y="1170809"/>
                  </a:cubicBezTo>
                  <a:cubicBezTo>
                    <a:pt x="673983" y="1171037"/>
                    <a:pt x="675008" y="1171264"/>
                    <a:pt x="675919" y="1171264"/>
                  </a:cubicBezTo>
                  <a:cubicBezTo>
                    <a:pt x="676261" y="1171264"/>
                    <a:pt x="676603" y="1171264"/>
                    <a:pt x="676945" y="1171264"/>
                  </a:cubicBezTo>
                  <a:cubicBezTo>
                    <a:pt x="680704" y="1172518"/>
                    <a:pt x="685717" y="1170695"/>
                    <a:pt x="689021" y="1168986"/>
                  </a:cubicBezTo>
                  <a:cubicBezTo>
                    <a:pt x="693692" y="1166593"/>
                    <a:pt x="692325" y="1162948"/>
                    <a:pt x="690502" y="1159416"/>
                  </a:cubicBezTo>
                  <a:cubicBezTo>
                    <a:pt x="692894" y="1157935"/>
                    <a:pt x="695287" y="1156796"/>
                    <a:pt x="696996" y="1154403"/>
                  </a:cubicBezTo>
                  <a:cubicBezTo>
                    <a:pt x="698705" y="1152125"/>
                    <a:pt x="697338" y="1149733"/>
                    <a:pt x="695629" y="1147796"/>
                  </a:cubicBezTo>
                  <a:cubicBezTo>
                    <a:pt x="696654" y="1147226"/>
                    <a:pt x="697679" y="1146315"/>
                    <a:pt x="698249" y="1144834"/>
                  </a:cubicBezTo>
                  <a:cubicBezTo>
                    <a:pt x="698933" y="1143125"/>
                    <a:pt x="698933" y="1141302"/>
                    <a:pt x="698249" y="1139593"/>
                  </a:cubicBezTo>
                  <a:cubicBezTo>
                    <a:pt x="697793" y="1138454"/>
                    <a:pt x="696996" y="1137656"/>
                    <a:pt x="696996" y="1137656"/>
                  </a:cubicBezTo>
                  <a:cubicBezTo>
                    <a:pt x="700869" y="1137201"/>
                    <a:pt x="703376" y="1135834"/>
                    <a:pt x="705312" y="1132530"/>
                  </a:cubicBezTo>
                  <a:cubicBezTo>
                    <a:pt x="706793" y="1130024"/>
                    <a:pt x="705085" y="1126378"/>
                    <a:pt x="704629" y="1123758"/>
                  </a:cubicBezTo>
                  <a:lnTo>
                    <a:pt x="704629" y="1123530"/>
                  </a:lnTo>
                  <a:cubicBezTo>
                    <a:pt x="704743" y="1122846"/>
                    <a:pt x="705085" y="1122277"/>
                    <a:pt x="705312" y="1121707"/>
                  </a:cubicBezTo>
                  <a:cubicBezTo>
                    <a:pt x="706110" y="1120226"/>
                    <a:pt x="707135" y="1119201"/>
                    <a:pt x="707705" y="1117606"/>
                  </a:cubicBezTo>
                  <a:cubicBezTo>
                    <a:pt x="708730" y="1113846"/>
                    <a:pt x="705996" y="1110315"/>
                    <a:pt x="703490" y="1107922"/>
                  </a:cubicBezTo>
                  <a:cubicBezTo>
                    <a:pt x="702692" y="1107238"/>
                    <a:pt x="701781" y="1106669"/>
                    <a:pt x="700983" y="1106213"/>
                  </a:cubicBezTo>
                  <a:cubicBezTo>
                    <a:pt x="700641" y="1105985"/>
                    <a:pt x="700186" y="1105871"/>
                    <a:pt x="699844" y="1105757"/>
                  </a:cubicBezTo>
                  <a:cubicBezTo>
                    <a:pt x="699388" y="1105644"/>
                    <a:pt x="698933" y="1105416"/>
                    <a:pt x="698477" y="1105302"/>
                  </a:cubicBezTo>
                  <a:cubicBezTo>
                    <a:pt x="698135" y="1105302"/>
                    <a:pt x="697679" y="1105302"/>
                    <a:pt x="697338" y="1105302"/>
                  </a:cubicBezTo>
                  <a:cubicBezTo>
                    <a:pt x="696882" y="1105302"/>
                    <a:pt x="696426" y="1105302"/>
                    <a:pt x="695970" y="1105302"/>
                  </a:cubicBezTo>
                  <a:cubicBezTo>
                    <a:pt x="695629" y="1105302"/>
                    <a:pt x="695173" y="1105302"/>
                    <a:pt x="694831" y="1105416"/>
                  </a:cubicBezTo>
                  <a:cubicBezTo>
                    <a:pt x="694489" y="1105416"/>
                    <a:pt x="694148" y="1105416"/>
                    <a:pt x="693920" y="1105530"/>
                  </a:cubicBezTo>
                  <a:cubicBezTo>
                    <a:pt x="693920" y="1105530"/>
                    <a:pt x="693920" y="1105530"/>
                    <a:pt x="693920" y="1105530"/>
                  </a:cubicBezTo>
                  <a:cubicBezTo>
                    <a:pt x="693692" y="1105530"/>
                    <a:pt x="693464" y="1105530"/>
                    <a:pt x="693236" y="1105644"/>
                  </a:cubicBezTo>
                  <a:cubicBezTo>
                    <a:pt x="692894" y="1104846"/>
                    <a:pt x="692553" y="1104049"/>
                    <a:pt x="692097" y="1103251"/>
                  </a:cubicBezTo>
                  <a:cubicBezTo>
                    <a:pt x="691072" y="1101428"/>
                    <a:pt x="689477" y="1100175"/>
                    <a:pt x="688224" y="1098694"/>
                  </a:cubicBezTo>
                  <a:cubicBezTo>
                    <a:pt x="691641" y="1096871"/>
                    <a:pt x="695173" y="1094935"/>
                    <a:pt x="694489" y="1090378"/>
                  </a:cubicBezTo>
                  <a:cubicBezTo>
                    <a:pt x="694034" y="1086960"/>
                    <a:pt x="692781" y="1083314"/>
                    <a:pt x="691527" y="1079897"/>
                  </a:cubicBezTo>
                  <a:cubicBezTo>
                    <a:pt x="693806" y="1080808"/>
                    <a:pt x="696198" y="1081377"/>
                    <a:pt x="698819" y="1080808"/>
                  </a:cubicBezTo>
                  <a:cubicBezTo>
                    <a:pt x="699958" y="1080580"/>
                    <a:pt x="701097" y="1080124"/>
                    <a:pt x="702009" y="1079555"/>
                  </a:cubicBezTo>
                  <a:cubicBezTo>
                    <a:pt x="702350" y="1079441"/>
                    <a:pt x="702464" y="1079213"/>
                    <a:pt x="702806" y="1078985"/>
                  </a:cubicBezTo>
                  <a:cubicBezTo>
                    <a:pt x="703376" y="1078529"/>
                    <a:pt x="703945" y="1078188"/>
                    <a:pt x="704401" y="1077618"/>
                  </a:cubicBezTo>
                  <a:cubicBezTo>
                    <a:pt x="704515" y="1077504"/>
                    <a:pt x="704743" y="1077390"/>
                    <a:pt x="704743" y="1077276"/>
                  </a:cubicBezTo>
                  <a:cubicBezTo>
                    <a:pt x="704743" y="1077276"/>
                    <a:pt x="704629" y="1077276"/>
                    <a:pt x="704515" y="1077276"/>
                  </a:cubicBezTo>
                  <a:cubicBezTo>
                    <a:pt x="705540" y="1075909"/>
                    <a:pt x="706110" y="1074314"/>
                    <a:pt x="705882" y="1072263"/>
                  </a:cubicBezTo>
                  <a:cubicBezTo>
                    <a:pt x="705426" y="1067820"/>
                    <a:pt x="711009" y="1066567"/>
                    <a:pt x="711237" y="1062010"/>
                  </a:cubicBezTo>
                  <a:cubicBezTo>
                    <a:pt x="711237" y="1056770"/>
                    <a:pt x="708502" y="1052896"/>
                    <a:pt x="704287" y="1050162"/>
                  </a:cubicBezTo>
                  <a:cubicBezTo>
                    <a:pt x="703831" y="1049820"/>
                    <a:pt x="703262" y="1049478"/>
                    <a:pt x="702806" y="1049137"/>
                  </a:cubicBezTo>
                  <a:cubicBezTo>
                    <a:pt x="702806" y="1049137"/>
                    <a:pt x="702806" y="1049137"/>
                    <a:pt x="702806" y="1049137"/>
                  </a:cubicBezTo>
                  <a:cubicBezTo>
                    <a:pt x="701781" y="1048567"/>
                    <a:pt x="700755" y="1047997"/>
                    <a:pt x="699730" y="1047656"/>
                  </a:cubicBezTo>
                  <a:cubicBezTo>
                    <a:pt x="699730" y="1047656"/>
                    <a:pt x="699730" y="1047656"/>
                    <a:pt x="699730" y="1047656"/>
                  </a:cubicBezTo>
                  <a:cubicBezTo>
                    <a:pt x="699616" y="1047656"/>
                    <a:pt x="699502" y="1047656"/>
                    <a:pt x="699388" y="1047656"/>
                  </a:cubicBezTo>
                  <a:cubicBezTo>
                    <a:pt x="699274" y="1047656"/>
                    <a:pt x="699047" y="1047656"/>
                    <a:pt x="698819" y="1047542"/>
                  </a:cubicBezTo>
                  <a:cubicBezTo>
                    <a:pt x="698021" y="1047314"/>
                    <a:pt x="697110" y="1047200"/>
                    <a:pt x="696312" y="1047200"/>
                  </a:cubicBezTo>
                  <a:cubicBezTo>
                    <a:pt x="696312" y="1047200"/>
                    <a:pt x="696084" y="1047200"/>
                    <a:pt x="695970" y="1047200"/>
                  </a:cubicBezTo>
                  <a:cubicBezTo>
                    <a:pt x="695059" y="1047200"/>
                    <a:pt x="694262" y="1047428"/>
                    <a:pt x="693350" y="1047883"/>
                  </a:cubicBezTo>
                  <a:cubicBezTo>
                    <a:pt x="693350" y="1047883"/>
                    <a:pt x="689705" y="1046630"/>
                    <a:pt x="689021" y="1046516"/>
                  </a:cubicBezTo>
                  <a:cubicBezTo>
                    <a:pt x="687882" y="1046402"/>
                    <a:pt x="686515" y="1046516"/>
                    <a:pt x="685261" y="1046516"/>
                  </a:cubicBezTo>
                  <a:cubicBezTo>
                    <a:pt x="681844" y="1044921"/>
                    <a:pt x="681046" y="1044352"/>
                    <a:pt x="683097" y="1044580"/>
                  </a:cubicBezTo>
                  <a:cubicBezTo>
                    <a:pt x="683666" y="1044580"/>
                    <a:pt x="684236" y="1044580"/>
                    <a:pt x="684692" y="1044466"/>
                  </a:cubicBezTo>
                  <a:cubicBezTo>
                    <a:pt x="687540" y="1043668"/>
                    <a:pt x="689818" y="1042757"/>
                    <a:pt x="689932" y="1039567"/>
                  </a:cubicBezTo>
                  <a:cubicBezTo>
                    <a:pt x="689932" y="1036035"/>
                    <a:pt x="688451" y="1029883"/>
                    <a:pt x="685034" y="1027946"/>
                  </a:cubicBezTo>
                  <a:cubicBezTo>
                    <a:pt x="683439" y="1027149"/>
                    <a:pt x="681730" y="1026693"/>
                    <a:pt x="679907" y="1026238"/>
                  </a:cubicBezTo>
                  <a:cubicBezTo>
                    <a:pt x="676603" y="1025212"/>
                    <a:pt x="678995" y="1023617"/>
                    <a:pt x="681274" y="1023276"/>
                  </a:cubicBezTo>
                  <a:cubicBezTo>
                    <a:pt x="684920" y="1022820"/>
                    <a:pt x="686742" y="1021111"/>
                    <a:pt x="686173" y="1017465"/>
                  </a:cubicBezTo>
                  <a:cubicBezTo>
                    <a:pt x="686173" y="1017238"/>
                    <a:pt x="685945" y="1016896"/>
                    <a:pt x="685717" y="1016782"/>
                  </a:cubicBezTo>
                  <a:cubicBezTo>
                    <a:pt x="686856" y="1015073"/>
                    <a:pt x="687426" y="1013364"/>
                    <a:pt x="686970" y="1011427"/>
                  </a:cubicBezTo>
                  <a:cubicBezTo>
                    <a:pt x="686515" y="1009605"/>
                    <a:pt x="685034" y="1008351"/>
                    <a:pt x="683439" y="1007668"/>
                  </a:cubicBezTo>
                  <a:cubicBezTo>
                    <a:pt x="683894" y="1006756"/>
                    <a:pt x="684578" y="1005845"/>
                    <a:pt x="685034" y="1004934"/>
                  </a:cubicBezTo>
                  <a:cubicBezTo>
                    <a:pt x="684578" y="1003908"/>
                    <a:pt x="683894" y="1002997"/>
                    <a:pt x="683325" y="1002086"/>
                  </a:cubicBezTo>
                  <a:cubicBezTo>
                    <a:pt x="682641" y="1001402"/>
                    <a:pt x="681844" y="1000832"/>
                    <a:pt x="681274" y="999921"/>
                  </a:cubicBezTo>
                  <a:cubicBezTo>
                    <a:pt x="680590" y="998782"/>
                    <a:pt x="680249" y="997415"/>
                    <a:pt x="679337" y="996389"/>
                  </a:cubicBezTo>
                  <a:cubicBezTo>
                    <a:pt x="678312" y="995136"/>
                    <a:pt x="676831" y="993541"/>
                    <a:pt x="675122" y="993313"/>
                  </a:cubicBezTo>
                  <a:cubicBezTo>
                    <a:pt x="673983" y="993085"/>
                    <a:pt x="672730" y="993655"/>
                    <a:pt x="671932" y="994794"/>
                  </a:cubicBezTo>
                  <a:cubicBezTo>
                    <a:pt x="671021" y="995934"/>
                    <a:pt x="670679" y="997073"/>
                    <a:pt x="669084" y="997756"/>
                  </a:cubicBezTo>
                  <a:cubicBezTo>
                    <a:pt x="668059" y="998098"/>
                    <a:pt x="667033" y="997870"/>
                    <a:pt x="666122" y="998326"/>
                  </a:cubicBezTo>
                  <a:cubicBezTo>
                    <a:pt x="665210" y="998782"/>
                    <a:pt x="664641" y="999237"/>
                    <a:pt x="664071" y="1000035"/>
                  </a:cubicBezTo>
                  <a:cubicBezTo>
                    <a:pt x="663388" y="1000718"/>
                    <a:pt x="663160" y="1001630"/>
                    <a:pt x="662590" y="1001630"/>
                  </a:cubicBezTo>
                  <a:cubicBezTo>
                    <a:pt x="662476" y="1001858"/>
                    <a:pt x="662134" y="1002086"/>
                    <a:pt x="661793" y="1001972"/>
                  </a:cubicBezTo>
                  <a:cubicBezTo>
                    <a:pt x="659856" y="1001288"/>
                    <a:pt x="658147" y="1000491"/>
                    <a:pt x="656438" y="999579"/>
                  </a:cubicBezTo>
                  <a:cubicBezTo>
                    <a:pt x="655299" y="999807"/>
                    <a:pt x="654046" y="1000035"/>
                    <a:pt x="652906" y="1000263"/>
                  </a:cubicBezTo>
                  <a:cubicBezTo>
                    <a:pt x="652679" y="999807"/>
                    <a:pt x="652451" y="999237"/>
                    <a:pt x="652223" y="998668"/>
                  </a:cubicBezTo>
                  <a:cubicBezTo>
                    <a:pt x="650172" y="994566"/>
                    <a:pt x="646185" y="989440"/>
                    <a:pt x="641856" y="987617"/>
                  </a:cubicBezTo>
                  <a:cubicBezTo>
                    <a:pt x="638438" y="986136"/>
                    <a:pt x="634109" y="989668"/>
                    <a:pt x="632514" y="992516"/>
                  </a:cubicBezTo>
                  <a:cubicBezTo>
                    <a:pt x="632286" y="992516"/>
                    <a:pt x="631944" y="992516"/>
                    <a:pt x="631602" y="992516"/>
                  </a:cubicBezTo>
                  <a:cubicBezTo>
                    <a:pt x="631033" y="992516"/>
                    <a:pt x="630463" y="992516"/>
                    <a:pt x="630007" y="992744"/>
                  </a:cubicBezTo>
                  <a:cubicBezTo>
                    <a:pt x="630691" y="991832"/>
                    <a:pt x="631033" y="990693"/>
                    <a:pt x="630805" y="989212"/>
                  </a:cubicBezTo>
                  <a:cubicBezTo>
                    <a:pt x="630121" y="985680"/>
                    <a:pt x="627159" y="980098"/>
                    <a:pt x="623400" y="978959"/>
                  </a:cubicBezTo>
                  <a:cubicBezTo>
                    <a:pt x="621691" y="978503"/>
                    <a:pt x="619754" y="978503"/>
                    <a:pt x="618045" y="978389"/>
                  </a:cubicBezTo>
                  <a:cubicBezTo>
                    <a:pt x="614513" y="978161"/>
                    <a:pt x="616678" y="975997"/>
                    <a:pt x="618843" y="975199"/>
                  </a:cubicBezTo>
                  <a:cubicBezTo>
                    <a:pt x="622146" y="973946"/>
                    <a:pt x="623627" y="971895"/>
                    <a:pt x="622260" y="968478"/>
                  </a:cubicBezTo>
                  <a:cubicBezTo>
                    <a:pt x="622260" y="968250"/>
                    <a:pt x="621919" y="968022"/>
                    <a:pt x="621691" y="967794"/>
                  </a:cubicBezTo>
                  <a:cubicBezTo>
                    <a:pt x="622374" y="965971"/>
                    <a:pt x="622602" y="964034"/>
                    <a:pt x="621691" y="962326"/>
                  </a:cubicBezTo>
                  <a:cubicBezTo>
                    <a:pt x="621463" y="961870"/>
                    <a:pt x="621121" y="961528"/>
                    <a:pt x="620893" y="961186"/>
                  </a:cubicBezTo>
                  <a:cubicBezTo>
                    <a:pt x="628754" y="961870"/>
                    <a:pt x="634109" y="956743"/>
                    <a:pt x="633425" y="948996"/>
                  </a:cubicBezTo>
                  <a:cubicBezTo>
                    <a:pt x="633425" y="948996"/>
                    <a:pt x="633425" y="948996"/>
                    <a:pt x="633425" y="948996"/>
                  </a:cubicBezTo>
                  <a:cubicBezTo>
                    <a:pt x="633425" y="948085"/>
                    <a:pt x="633197" y="947287"/>
                    <a:pt x="632969" y="946376"/>
                  </a:cubicBezTo>
                  <a:cubicBezTo>
                    <a:pt x="637982" y="943072"/>
                    <a:pt x="639805" y="937148"/>
                    <a:pt x="636501" y="931908"/>
                  </a:cubicBezTo>
                  <a:cubicBezTo>
                    <a:pt x="636045" y="931110"/>
                    <a:pt x="635590" y="930313"/>
                    <a:pt x="634906" y="929515"/>
                  </a:cubicBezTo>
                  <a:cubicBezTo>
                    <a:pt x="632400" y="926667"/>
                    <a:pt x="626703" y="924616"/>
                    <a:pt x="623058" y="925984"/>
                  </a:cubicBezTo>
                  <a:cubicBezTo>
                    <a:pt x="620438" y="926895"/>
                    <a:pt x="621007" y="926895"/>
                    <a:pt x="619070" y="925642"/>
                  </a:cubicBezTo>
                  <a:cubicBezTo>
                    <a:pt x="619070" y="924730"/>
                    <a:pt x="618843" y="923819"/>
                    <a:pt x="618387" y="923022"/>
                  </a:cubicBezTo>
                  <a:cubicBezTo>
                    <a:pt x="618387" y="922794"/>
                    <a:pt x="618159" y="922566"/>
                    <a:pt x="618045" y="922452"/>
                  </a:cubicBezTo>
                  <a:cubicBezTo>
                    <a:pt x="617703" y="921996"/>
                    <a:pt x="617475" y="921540"/>
                    <a:pt x="617020" y="921085"/>
                  </a:cubicBezTo>
                  <a:cubicBezTo>
                    <a:pt x="616564" y="920515"/>
                    <a:pt x="616222" y="919832"/>
                    <a:pt x="615653" y="919376"/>
                  </a:cubicBezTo>
                  <a:cubicBezTo>
                    <a:pt x="615539" y="919490"/>
                    <a:pt x="615311" y="919490"/>
                    <a:pt x="615197" y="919604"/>
                  </a:cubicBezTo>
                  <a:cubicBezTo>
                    <a:pt x="614855" y="919376"/>
                    <a:pt x="614513" y="919148"/>
                    <a:pt x="614172" y="918920"/>
                  </a:cubicBezTo>
                  <a:cubicBezTo>
                    <a:pt x="614172" y="918920"/>
                    <a:pt x="614172" y="918920"/>
                    <a:pt x="614058" y="918806"/>
                  </a:cubicBezTo>
                  <a:cubicBezTo>
                    <a:pt x="616678" y="918123"/>
                    <a:pt x="618615" y="916528"/>
                    <a:pt x="619868" y="914249"/>
                  </a:cubicBezTo>
                  <a:cubicBezTo>
                    <a:pt x="625564" y="912426"/>
                    <a:pt x="633197" y="908553"/>
                    <a:pt x="632286" y="902173"/>
                  </a:cubicBezTo>
                  <a:cubicBezTo>
                    <a:pt x="631716" y="897844"/>
                    <a:pt x="629438" y="895452"/>
                    <a:pt x="626476" y="894084"/>
                  </a:cubicBezTo>
                  <a:cubicBezTo>
                    <a:pt x="629893" y="890097"/>
                    <a:pt x="632400" y="885312"/>
                    <a:pt x="630007" y="880641"/>
                  </a:cubicBezTo>
                  <a:cubicBezTo>
                    <a:pt x="629096" y="878932"/>
                    <a:pt x="628185" y="877679"/>
                    <a:pt x="627045" y="876768"/>
                  </a:cubicBezTo>
                  <a:cubicBezTo>
                    <a:pt x="627045" y="876768"/>
                    <a:pt x="627045" y="876768"/>
                    <a:pt x="627045" y="876768"/>
                  </a:cubicBezTo>
                  <a:cubicBezTo>
                    <a:pt x="627045" y="876768"/>
                    <a:pt x="627045" y="876768"/>
                    <a:pt x="627045" y="876768"/>
                  </a:cubicBezTo>
                  <a:cubicBezTo>
                    <a:pt x="626362" y="876198"/>
                    <a:pt x="625678" y="875857"/>
                    <a:pt x="624995" y="875515"/>
                  </a:cubicBezTo>
                  <a:cubicBezTo>
                    <a:pt x="624767" y="875401"/>
                    <a:pt x="624425" y="875287"/>
                    <a:pt x="624197" y="875173"/>
                  </a:cubicBezTo>
                  <a:cubicBezTo>
                    <a:pt x="623400" y="874945"/>
                    <a:pt x="622602" y="874603"/>
                    <a:pt x="621805" y="874489"/>
                  </a:cubicBezTo>
                  <a:cubicBezTo>
                    <a:pt x="621805" y="874489"/>
                    <a:pt x="621805" y="874489"/>
                    <a:pt x="621805" y="874489"/>
                  </a:cubicBezTo>
                  <a:cubicBezTo>
                    <a:pt x="620893" y="874375"/>
                    <a:pt x="619868" y="874262"/>
                    <a:pt x="618843" y="874148"/>
                  </a:cubicBezTo>
                  <a:cubicBezTo>
                    <a:pt x="618843" y="874148"/>
                    <a:pt x="618615" y="874148"/>
                    <a:pt x="618501" y="874148"/>
                  </a:cubicBezTo>
                  <a:cubicBezTo>
                    <a:pt x="617475" y="874148"/>
                    <a:pt x="616564" y="874148"/>
                    <a:pt x="615425" y="874148"/>
                  </a:cubicBezTo>
                  <a:cubicBezTo>
                    <a:pt x="615083" y="873122"/>
                    <a:pt x="614513" y="872211"/>
                    <a:pt x="613830" y="871527"/>
                  </a:cubicBezTo>
                  <a:cubicBezTo>
                    <a:pt x="613830" y="871527"/>
                    <a:pt x="613830" y="871527"/>
                    <a:pt x="613944" y="871527"/>
                  </a:cubicBezTo>
                  <a:cubicBezTo>
                    <a:pt x="620324" y="867084"/>
                    <a:pt x="616108" y="859679"/>
                    <a:pt x="611779" y="853185"/>
                  </a:cubicBezTo>
                  <a:cubicBezTo>
                    <a:pt x="611779" y="851704"/>
                    <a:pt x="611779" y="850109"/>
                    <a:pt x="611779" y="848628"/>
                  </a:cubicBezTo>
                  <a:cubicBezTo>
                    <a:pt x="612007" y="848628"/>
                    <a:pt x="612235" y="848628"/>
                    <a:pt x="612463" y="848628"/>
                  </a:cubicBezTo>
                  <a:cubicBezTo>
                    <a:pt x="618387" y="857287"/>
                    <a:pt x="626020" y="865375"/>
                    <a:pt x="636045" y="865945"/>
                  </a:cubicBezTo>
                  <a:cubicBezTo>
                    <a:pt x="649489" y="866742"/>
                    <a:pt x="652793" y="854097"/>
                    <a:pt x="650856" y="843502"/>
                  </a:cubicBezTo>
                  <a:cubicBezTo>
                    <a:pt x="658717" y="848856"/>
                    <a:pt x="666919" y="853641"/>
                    <a:pt x="675692" y="858198"/>
                  </a:cubicBezTo>
                  <a:cubicBezTo>
                    <a:pt x="709300" y="875515"/>
                    <a:pt x="738807" y="893515"/>
                    <a:pt x="754984" y="929060"/>
                  </a:cubicBezTo>
                  <a:cubicBezTo>
                    <a:pt x="770250" y="962440"/>
                    <a:pt x="776972" y="998554"/>
                    <a:pt x="781187" y="1034896"/>
                  </a:cubicBezTo>
                  <a:cubicBezTo>
                    <a:pt x="786542" y="1080580"/>
                    <a:pt x="778339" y="1125125"/>
                    <a:pt x="776630" y="1170695"/>
                  </a:cubicBezTo>
                  <a:cubicBezTo>
                    <a:pt x="775035" y="1211252"/>
                    <a:pt x="784035" y="1249303"/>
                    <a:pt x="790871" y="1288949"/>
                  </a:cubicBezTo>
                  <a:cubicBezTo>
                    <a:pt x="797706" y="1329165"/>
                    <a:pt x="805453" y="1371545"/>
                    <a:pt x="789504" y="1410849"/>
                  </a:cubicBezTo>
                  <a:cubicBezTo>
                    <a:pt x="773440" y="1450495"/>
                    <a:pt x="740174" y="1484673"/>
                    <a:pt x="705085" y="1508711"/>
                  </a:cubicBezTo>
                  <a:cubicBezTo>
                    <a:pt x="703604" y="1509736"/>
                    <a:pt x="702009" y="1510647"/>
                    <a:pt x="700414" y="1511673"/>
                  </a:cubicBezTo>
                  <a:cubicBezTo>
                    <a:pt x="698819" y="1509622"/>
                    <a:pt x="696882" y="1507685"/>
                    <a:pt x="694262" y="1506090"/>
                  </a:cubicBezTo>
                  <a:cubicBezTo>
                    <a:pt x="692211" y="1504837"/>
                    <a:pt x="690274" y="1505749"/>
                    <a:pt x="689135" y="1507458"/>
                  </a:cubicBezTo>
                  <a:cubicBezTo>
                    <a:pt x="686287" y="1505521"/>
                    <a:pt x="681958" y="1506090"/>
                    <a:pt x="681274" y="1510078"/>
                  </a:cubicBezTo>
                  <a:cubicBezTo>
                    <a:pt x="680932" y="1511901"/>
                    <a:pt x="680818" y="1513723"/>
                    <a:pt x="680477" y="1515432"/>
                  </a:cubicBezTo>
                  <a:cubicBezTo>
                    <a:pt x="679337" y="1510875"/>
                    <a:pt x="677287" y="1506546"/>
                    <a:pt x="673641" y="1503470"/>
                  </a:cubicBezTo>
                  <a:cubicBezTo>
                    <a:pt x="669540" y="1500166"/>
                    <a:pt x="661907" y="1499255"/>
                    <a:pt x="659514" y="1504951"/>
                  </a:cubicBezTo>
                  <a:cubicBezTo>
                    <a:pt x="659058" y="1505976"/>
                    <a:pt x="659058" y="1507230"/>
                    <a:pt x="659514" y="1508369"/>
                  </a:cubicBezTo>
                  <a:cubicBezTo>
                    <a:pt x="658603" y="1509394"/>
                    <a:pt x="657919" y="1510875"/>
                    <a:pt x="657919" y="1512584"/>
                  </a:cubicBezTo>
                  <a:cubicBezTo>
                    <a:pt x="657919" y="1513268"/>
                    <a:pt x="657919" y="1513951"/>
                    <a:pt x="657919" y="1514635"/>
                  </a:cubicBezTo>
                  <a:cubicBezTo>
                    <a:pt x="655527" y="1512242"/>
                    <a:pt x="652793" y="1510192"/>
                    <a:pt x="649261" y="1509394"/>
                  </a:cubicBezTo>
                  <a:cubicBezTo>
                    <a:pt x="648463" y="1508483"/>
                    <a:pt x="647666" y="1507685"/>
                    <a:pt x="646754" y="1506888"/>
                  </a:cubicBezTo>
                  <a:cubicBezTo>
                    <a:pt x="646754" y="1506888"/>
                    <a:pt x="646527" y="1506660"/>
                    <a:pt x="646413" y="1506546"/>
                  </a:cubicBezTo>
                  <a:cubicBezTo>
                    <a:pt x="644818" y="1505179"/>
                    <a:pt x="643223" y="1503812"/>
                    <a:pt x="641286" y="1502787"/>
                  </a:cubicBezTo>
                  <a:cubicBezTo>
                    <a:pt x="637413" y="1500622"/>
                    <a:pt x="633995" y="1505521"/>
                    <a:pt x="636387" y="1508711"/>
                  </a:cubicBezTo>
                  <a:cubicBezTo>
                    <a:pt x="636159" y="1509166"/>
                    <a:pt x="635931" y="1509622"/>
                    <a:pt x="635704" y="1510192"/>
                  </a:cubicBezTo>
                  <a:cubicBezTo>
                    <a:pt x="631944" y="1505293"/>
                    <a:pt x="627615" y="1498799"/>
                    <a:pt x="621121" y="1498799"/>
                  </a:cubicBezTo>
                  <a:cubicBezTo>
                    <a:pt x="618045" y="1498799"/>
                    <a:pt x="614855" y="1501875"/>
                    <a:pt x="615311" y="1505065"/>
                  </a:cubicBezTo>
                  <a:cubicBezTo>
                    <a:pt x="615767" y="1507913"/>
                    <a:pt x="617020" y="1509850"/>
                    <a:pt x="618615" y="1511673"/>
                  </a:cubicBezTo>
                  <a:cubicBezTo>
                    <a:pt x="618615" y="1511673"/>
                    <a:pt x="618615" y="1511673"/>
                    <a:pt x="618501" y="1511673"/>
                  </a:cubicBezTo>
                  <a:cubicBezTo>
                    <a:pt x="614399" y="1506774"/>
                    <a:pt x="609729" y="1502673"/>
                    <a:pt x="604032" y="1500052"/>
                  </a:cubicBezTo>
                  <a:cubicBezTo>
                    <a:pt x="600159" y="1498343"/>
                    <a:pt x="597197" y="1502787"/>
                    <a:pt x="599817" y="1505976"/>
                  </a:cubicBezTo>
                  <a:cubicBezTo>
                    <a:pt x="608020" y="1515774"/>
                    <a:pt x="616108" y="1523635"/>
                    <a:pt x="621349" y="1534913"/>
                  </a:cubicBezTo>
                  <a:cubicBezTo>
                    <a:pt x="619640" y="1534913"/>
                    <a:pt x="618159" y="1535825"/>
                    <a:pt x="617134" y="1537192"/>
                  </a:cubicBezTo>
                  <a:cubicBezTo>
                    <a:pt x="612918" y="1524318"/>
                    <a:pt x="606311" y="1513496"/>
                    <a:pt x="594007" y="1513154"/>
                  </a:cubicBezTo>
                  <a:cubicBezTo>
                    <a:pt x="590133" y="1513154"/>
                    <a:pt x="587741" y="1518850"/>
                    <a:pt x="590931" y="1521356"/>
                  </a:cubicBezTo>
                  <a:cubicBezTo>
                    <a:pt x="595488" y="1524888"/>
                    <a:pt x="600728" y="1526483"/>
                    <a:pt x="604146" y="1531610"/>
                  </a:cubicBezTo>
                  <a:cubicBezTo>
                    <a:pt x="607222" y="1536281"/>
                    <a:pt x="609729" y="1541293"/>
                    <a:pt x="611779" y="1546534"/>
                  </a:cubicBezTo>
                  <a:cubicBezTo>
                    <a:pt x="611779" y="1546876"/>
                    <a:pt x="612007" y="1547217"/>
                    <a:pt x="612121" y="1547559"/>
                  </a:cubicBezTo>
                  <a:cubicBezTo>
                    <a:pt x="611210" y="1548015"/>
                    <a:pt x="610184" y="1548357"/>
                    <a:pt x="609273" y="1548812"/>
                  </a:cubicBezTo>
                  <a:cubicBezTo>
                    <a:pt x="607906" y="1546648"/>
                    <a:pt x="606539" y="1544597"/>
                    <a:pt x="605058" y="1542546"/>
                  </a:cubicBezTo>
                  <a:cubicBezTo>
                    <a:pt x="599475" y="1534799"/>
                    <a:pt x="592526" y="1522951"/>
                    <a:pt x="582614" y="1521014"/>
                  </a:cubicBezTo>
                  <a:cubicBezTo>
                    <a:pt x="580336" y="1520559"/>
                    <a:pt x="578741" y="1521926"/>
                    <a:pt x="578285" y="1523863"/>
                  </a:cubicBezTo>
                  <a:cubicBezTo>
                    <a:pt x="576348" y="1523863"/>
                    <a:pt x="574867" y="1525230"/>
                    <a:pt x="574298" y="1526825"/>
                  </a:cubicBezTo>
                  <a:cubicBezTo>
                    <a:pt x="572475" y="1526255"/>
                    <a:pt x="570538" y="1526027"/>
                    <a:pt x="568487" y="1526369"/>
                  </a:cubicBezTo>
                  <a:cubicBezTo>
                    <a:pt x="566437" y="1526711"/>
                    <a:pt x="566095" y="1529559"/>
                    <a:pt x="567462" y="1530812"/>
                  </a:cubicBezTo>
                  <a:cubicBezTo>
                    <a:pt x="570994" y="1534116"/>
                    <a:pt x="575665" y="1535483"/>
                    <a:pt x="578968" y="1539243"/>
                  </a:cubicBezTo>
                  <a:cubicBezTo>
                    <a:pt x="580905" y="1541407"/>
                    <a:pt x="582614" y="1543914"/>
                    <a:pt x="584095" y="1546420"/>
                  </a:cubicBezTo>
                  <a:cubicBezTo>
                    <a:pt x="584095" y="1548698"/>
                    <a:pt x="584095" y="1550863"/>
                    <a:pt x="584323" y="1553141"/>
                  </a:cubicBezTo>
                  <a:cubicBezTo>
                    <a:pt x="580563" y="1546306"/>
                    <a:pt x="575437" y="1540724"/>
                    <a:pt x="568601" y="1537761"/>
                  </a:cubicBezTo>
                  <a:cubicBezTo>
                    <a:pt x="563019" y="1531723"/>
                    <a:pt x="556411" y="1525230"/>
                    <a:pt x="549120" y="1523635"/>
                  </a:cubicBezTo>
                  <a:cubicBezTo>
                    <a:pt x="546500" y="1523065"/>
                    <a:pt x="544221" y="1524205"/>
                    <a:pt x="542968" y="1526027"/>
                  </a:cubicBezTo>
                  <a:cubicBezTo>
                    <a:pt x="542512" y="1526027"/>
                    <a:pt x="542056" y="1526027"/>
                    <a:pt x="541487" y="1526255"/>
                  </a:cubicBezTo>
                  <a:cubicBezTo>
                    <a:pt x="539550" y="1526711"/>
                    <a:pt x="539322" y="1529559"/>
                    <a:pt x="541031" y="1530356"/>
                  </a:cubicBezTo>
                  <a:cubicBezTo>
                    <a:pt x="541373" y="1530584"/>
                    <a:pt x="541715" y="1530584"/>
                    <a:pt x="542056" y="1530812"/>
                  </a:cubicBezTo>
                  <a:cubicBezTo>
                    <a:pt x="542056" y="1531496"/>
                    <a:pt x="542056" y="1532179"/>
                    <a:pt x="542512" y="1532863"/>
                  </a:cubicBezTo>
                  <a:cubicBezTo>
                    <a:pt x="543424" y="1534572"/>
                    <a:pt x="544791" y="1536053"/>
                    <a:pt x="546272" y="1537534"/>
                  </a:cubicBezTo>
                  <a:cubicBezTo>
                    <a:pt x="543310" y="1535597"/>
                    <a:pt x="540120" y="1535027"/>
                    <a:pt x="536474" y="1537420"/>
                  </a:cubicBezTo>
                  <a:cubicBezTo>
                    <a:pt x="534196" y="1538901"/>
                    <a:pt x="534309" y="1542319"/>
                    <a:pt x="536018" y="1543914"/>
                  </a:cubicBezTo>
                  <a:cubicBezTo>
                    <a:pt x="534196" y="1542888"/>
                    <a:pt x="532373" y="1542091"/>
                    <a:pt x="530322" y="1541863"/>
                  </a:cubicBezTo>
                  <a:cubicBezTo>
                    <a:pt x="526790" y="1541407"/>
                    <a:pt x="523145" y="1545053"/>
                    <a:pt x="525537" y="1548470"/>
                  </a:cubicBezTo>
                  <a:cubicBezTo>
                    <a:pt x="525537" y="1548585"/>
                    <a:pt x="525651" y="1548585"/>
                    <a:pt x="525765" y="1548812"/>
                  </a:cubicBezTo>
                  <a:cubicBezTo>
                    <a:pt x="524512" y="1548812"/>
                    <a:pt x="523145" y="1548812"/>
                    <a:pt x="521778" y="1549382"/>
                  </a:cubicBezTo>
                  <a:cubicBezTo>
                    <a:pt x="519841" y="1550179"/>
                    <a:pt x="519385" y="1552800"/>
                    <a:pt x="521322" y="1553939"/>
                  </a:cubicBezTo>
                  <a:cubicBezTo>
                    <a:pt x="525309" y="1556217"/>
                    <a:pt x="528044" y="1558382"/>
                    <a:pt x="530550" y="1561230"/>
                  </a:cubicBezTo>
                  <a:cubicBezTo>
                    <a:pt x="529980" y="1561800"/>
                    <a:pt x="529638" y="1562939"/>
                    <a:pt x="530322" y="1563623"/>
                  </a:cubicBezTo>
                  <a:cubicBezTo>
                    <a:pt x="532031" y="1565445"/>
                    <a:pt x="533626" y="1567268"/>
                    <a:pt x="535335" y="1569205"/>
                  </a:cubicBezTo>
                  <a:cubicBezTo>
                    <a:pt x="535449" y="1569433"/>
                    <a:pt x="535563" y="1569775"/>
                    <a:pt x="535677" y="1570002"/>
                  </a:cubicBezTo>
                  <a:cubicBezTo>
                    <a:pt x="532031" y="1567610"/>
                    <a:pt x="528955" y="1565673"/>
                    <a:pt x="527474" y="1564534"/>
                  </a:cubicBezTo>
                  <a:cubicBezTo>
                    <a:pt x="527474" y="1564534"/>
                    <a:pt x="527360" y="1564534"/>
                    <a:pt x="527246" y="1564534"/>
                  </a:cubicBezTo>
                  <a:cubicBezTo>
                    <a:pt x="526335" y="1562711"/>
                    <a:pt x="525195" y="1561116"/>
                    <a:pt x="523714" y="1559635"/>
                  </a:cubicBezTo>
                  <a:cubicBezTo>
                    <a:pt x="518816" y="1554964"/>
                    <a:pt x="510043" y="1549382"/>
                    <a:pt x="503322" y="1553597"/>
                  </a:cubicBezTo>
                  <a:cubicBezTo>
                    <a:pt x="500929" y="1555078"/>
                    <a:pt x="500929" y="1558040"/>
                    <a:pt x="502638" y="1560091"/>
                  </a:cubicBezTo>
                  <a:cubicBezTo>
                    <a:pt x="502638" y="1560205"/>
                    <a:pt x="502866" y="1560319"/>
                    <a:pt x="503094" y="1560433"/>
                  </a:cubicBezTo>
                  <a:cubicBezTo>
                    <a:pt x="502980" y="1560433"/>
                    <a:pt x="502866" y="1560433"/>
                    <a:pt x="502638" y="1560433"/>
                  </a:cubicBezTo>
                  <a:cubicBezTo>
                    <a:pt x="501385" y="1560433"/>
                    <a:pt x="501157" y="1561686"/>
                    <a:pt x="501499" y="1562711"/>
                  </a:cubicBezTo>
                  <a:cubicBezTo>
                    <a:pt x="501271" y="1562711"/>
                    <a:pt x="501043" y="1562711"/>
                    <a:pt x="500929" y="1562825"/>
                  </a:cubicBezTo>
                  <a:cubicBezTo>
                    <a:pt x="500587" y="1562597"/>
                    <a:pt x="500359" y="1562483"/>
                    <a:pt x="500018" y="1562255"/>
                  </a:cubicBezTo>
                  <a:cubicBezTo>
                    <a:pt x="498423" y="1561230"/>
                    <a:pt x="496828" y="1563623"/>
                    <a:pt x="498081" y="1564876"/>
                  </a:cubicBezTo>
                  <a:cubicBezTo>
                    <a:pt x="498309" y="1565104"/>
                    <a:pt x="498537" y="1565331"/>
                    <a:pt x="498765" y="1565673"/>
                  </a:cubicBezTo>
                  <a:cubicBezTo>
                    <a:pt x="498765" y="1566357"/>
                    <a:pt x="498537" y="1567040"/>
                    <a:pt x="498765" y="1567724"/>
                  </a:cubicBezTo>
                  <a:cubicBezTo>
                    <a:pt x="497853" y="1568749"/>
                    <a:pt x="497397" y="1570458"/>
                    <a:pt x="498765" y="1571597"/>
                  </a:cubicBezTo>
                  <a:cubicBezTo>
                    <a:pt x="501043" y="1573762"/>
                    <a:pt x="503435" y="1574445"/>
                    <a:pt x="506056" y="1574332"/>
                  </a:cubicBezTo>
                  <a:cubicBezTo>
                    <a:pt x="506511" y="1575015"/>
                    <a:pt x="507081" y="1575699"/>
                    <a:pt x="507537" y="1576382"/>
                  </a:cubicBezTo>
                  <a:cubicBezTo>
                    <a:pt x="508676" y="1578433"/>
                    <a:pt x="509360" y="1580483"/>
                    <a:pt x="510043" y="1582648"/>
                  </a:cubicBezTo>
                  <a:cubicBezTo>
                    <a:pt x="506056" y="1577408"/>
                    <a:pt x="500132" y="1573534"/>
                    <a:pt x="495233" y="1569205"/>
                  </a:cubicBezTo>
                  <a:cubicBezTo>
                    <a:pt x="493410" y="1567610"/>
                    <a:pt x="491245" y="1570002"/>
                    <a:pt x="492726" y="1571825"/>
                  </a:cubicBezTo>
                  <a:cubicBezTo>
                    <a:pt x="494094" y="1573420"/>
                    <a:pt x="495461" y="1575015"/>
                    <a:pt x="496828" y="1576610"/>
                  </a:cubicBezTo>
                  <a:cubicBezTo>
                    <a:pt x="495916" y="1576268"/>
                    <a:pt x="495005" y="1575926"/>
                    <a:pt x="494208" y="1575699"/>
                  </a:cubicBezTo>
                  <a:cubicBezTo>
                    <a:pt x="492385" y="1575015"/>
                    <a:pt x="491245" y="1578091"/>
                    <a:pt x="492954" y="1578775"/>
                  </a:cubicBezTo>
                  <a:cubicBezTo>
                    <a:pt x="496714" y="1580370"/>
                    <a:pt x="498651" y="1582876"/>
                    <a:pt x="499448" y="1586749"/>
                  </a:cubicBezTo>
                  <a:cubicBezTo>
                    <a:pt x="499904" y="1588686"/>
                    <a:pt x="502752" y="1589370"/>
                    <a:pt x="504119" y="1587889"/>
                  </a:cubicBezTo>
                  <a:cubicBezTo>
                    <a:pt x="504575" y="1587319"/>
                    <a:pt x="504803" y="1586749"/>
                    <a:pt x="505144" y="1586180"/>
                  </a:cubicBezTo>
                  <a:cubicBezTo>
                    <a:pt x="505714" y="1586863"/>
                    <a:pt x="506284" y="1587547"/>
                    <a:pt x="506853" y="1588230"/>
                  </a:cubicBezTo>
                  <a:cubicBezTo>
                    <a:pt x="508562" y="1589939"/>
                    <a:pt x="510955" y="1588800"/>
                    <a:pt x="511524" y="1586863"/>
                  </a:cubicBezTo>
                  <a:cubicBezTo>
                    <a:pt x="511752" y="1587319"/>
                    <a:pt x="511866" y="1587889"/>
                    <a:pt x="512094" y="1588344"/>
                  </a:cubicBezTo>
                  <a:cubicBezTo>
                    <a:pt x="513575" y="1590965"/>
                    <a:pt x="518018" y="1591079"/>
                    <a:pt x="519271" y="1588116"/>
                  </a:cubicBezTo>
                  <a:cubicBezTo>
                    <a:pt x="520069" y="1586180"/>
                    <a:pt x="520069" y="1584357"/>
                    <a:pt x="519841" y="1582534"/>
                  </a:cubicBezTo>
                  <a:cubicBezTo>
                    <a:pt x="520752" y="1585268"/>
                    <a:pt x="520866" y="1587889"/>
                    <a:pt x="519157" y="1590053"/>
                  </a:cubicBezTo>
                  <a:cubicBezTo>
                    <a:pt x="516879" y="1592787"/>
                    <a:pt x="518246" y="1598028"/>
                    <a:pt x="522461" y="1597572"/>
                  </a:cubicBezTo>
                  <a:cubicBezTo>
                    <a:pt x="527702" y="1597003"/>
                    <a:pt x="530322" y="1594382"/>
                    <a:pt x="531347" y="1591079"/>
                  </a:cubicBezTo>
                  <a:cubicBezTo>
                    <a:pt x="531917" y="1591762"/>
                    <a:pt x="532373" y="1592560"/>
                    <a:pt x="532942" y="1593015"/>
                  </a:cubicBezTo>
                  <a:cubicBezTo>
                    <a:pt x="534196" y="1594268"/>
                    <a:pt x="535904" y="1594155"/>
                    <a:pt x="537385" y="1593585"/>
                  </a:cubicBezTo>
                  <a:cubicBezTo>
                    <a:pt x="538069" y="1594724"/>
                    <a:pt x="538297" y="1595066"/>
                    <a:pt x="538069" y="1594724"/>
                  </a:cubicBezTo>
                  <a:cubicBezTo>
                    <a:pt x="538753" y="1596775"/>
                    <a:pt x="540803" y="1598370"/>
                    <a:pt x="542740" y="1598142"/>
                  </a:cubicBezTo>
                  <a:cubicBezTo>
                    <a:pt x="548778" y="1597230"/>
                    <a:pt x="549006" y="1593129"/>
                    <a:pt x="547297" y="1588914"/>
                  </a:cubicBezTo>
                  <a:cubicBezTo>
                    <a:pt x="547753" y="1589484"/>
                    <a:pt x="548322" y="1590053"/>
                    <a:pt x="548778" y="1590623"/>
                  </a:cubicBezTo>
                  <a:cubicBezTo>
                    <a:pt x="549689" y="1592332"/>
                    <a:pt x="550601" y="1593813"/>
                    <a:pt x="551740" y="1595180"/>
                  </a:cubicBezTo>
                  <a:cubicBezTo>
                    <a:pt x="552879" y="1597344"/>
                    <a:pt x="553791" y="1599623"/>
                    <a:pt x="554019" y="1602357"/>
                  </a:cubicBezTo>
                  <a:cubicBezTo>
                    <a:pt x="554360" y="1604636"/>
                    <a:pt x="557095" y="1606914"/>
                    <a:pt x="559373" y="1605205"/>
                  </a:cubicBezTo>
                  <a:cubicBezTo>
                    <a:pt x="563475" y="1602129"/>
                    <a:pt x="563816" y="1598370"/>
                    <a:pt x="562107" y="1594496"/>
                  </a:cubicBezTo>
                  <a:cubicBezTo>
                    <a:pt x="562791" y="1594496"/>
                    <a:pt x="563361" y="1594041"/>
                    <a:pt x="563930" y="1593699"/>
                  </a:cubicBezTo>
                  <a:cubicBezTo>
                    <a:pt x="563930" y="1593699"/>
                    <a:pt x="564044" y="1593927"/>
                    <a:pt x="564158" y="1594041"/>
                  </a:cubicBezTo>
                  <a:cubicBezTo>
                    <a:pt x="564614" y="1594952"/>
                    <a:pt x="564500" y="1594838"/>
                    <a:pt x="564272" y="1594610"/>
                  </a:cubicBezTo>
                  <a:cubicBezTo>
                    <a:pt x="564386" y="1595635"/>
                    <a:pt x="565183" y="1596889"/>
                    <a:pt x="566095" y="1597230"/>
                  </a:cubicBezTo>
                  <a:cubicBezTo>
                    <a:pt x="566778" y="1597458"/>
                    <a:pt x="567462" y="1597458"/>
                    <a:pt x="568145" y="1597572"/>
                  </a:cubicBezTo>
                  <a:cubicBezTo>
                    <a:pt x="568487" y="1598256"/>
                    <a:pt x="568829" y="1598939"/>
                    <a:pt x="569399" y="1599623"/>
                  </a:cubicBezTo>
                  <a:cubicBezTo>
                    <a:pt x="570766" y="1601446"/>
                    <a:pt x="573158" y="1602357"/>
                    <a:pt x="575209" y="1601104"/>
                  </a:cubicBezTo>
                  <a:cubicBezTo>
                    <a:pt x="577487" y="1599737"/>
                    <a:pt x="578627" y="1597914"/>
                    <a:pt x="579082" y="1595977"/>
                  </a:cubicBezTo>
                  <a:cubicBezTo>
                    <a:pt x="579994" y="1595408"/>
                    <a:pt x="580563" y="1594268"/>
                    <a:pt x="579994" y="1593015"/>
                  </a:cubicBezTo>
                  <a:cubicBezTo>
                    <a:pt x="579766" y="1592673"/>
                    <a:pt x="579538" y="1592218"/>
                    <a:pt x="579424" y="1591876"/>
                  </a:cubicBezTo>
                  <a:cubicBezTo>
                    <a:pt x="579424" y="1591306"/>
                    <a:pt x="579310" y="1590851"/>
                    <a:pt x="579082" y="1590281"/>
                  </a:cubicBezTo>
                  <a:cubicBezTo>
                    <a:pt x="581703" y="1593015"/>
                    <a:pt x="584095" y="1595635"/>
                    <a:pt x="587513" y="1597572"/>
                  </a:cubicBezTo>
                  <a:cubicBezTo>
                    <a:pt x="588538" y="1598142"/>
                    <a:pt x="589677" y="1597572"/>
                    <a:pt x="589905" y="1596433"/>
                  </a:cubicBezTo>
                  <a:cubicBezTo>
                    <a:pt x="590589" y="1593927"/>
                    <a:pt x="590361" y="1591534"/>
                    <a:pt x="589564" y="1589256"/>
                  </a:cubicBezTo>
                  <a:cubicBezTo>
                    <a:pt x="589905" y="1589028"/>
                    <a:pt x="590247" y="1589028"/>
                    <a:pt x="590589" y="1588800"/>
                  </a:cubicBezTo>
                  <a:cubicBezTo>
                    <a:pt x="591272" y="1589597"/>
                    <a:pt x="592412" y="1589597"/>
                    <a:pt x="593095" y="1588914"/>
                  </a:cubicBezTo>
                  <a:cubicBezTo>
                    <a:pt x="594348" y="1592218"/>
                    <a:pt x="595602" y="1595408"/>
                    <a:pt x="596969" y="1598370"/>
                  </a:cubicBezTo>
                  <a:cubicBezTo>
                    <a:pt x="600387" y="1606117"/>
                    <a:pt x="612805" y="1603155"/>
                    <a:pt x="610070" y="1594382"/>
                  </a:cubicBezTo>
                  <a:cubicBezTo>
                    <a:pt x="609501" y="1592560"/>
                    <a:pt x="608931" y="1590851"/>
                    <a:pt x="608247" y="1589028"/>
                  </a:cubicBezTo>
                  <a:cubicBezTo>
                    <a:pt x="608475" y="1589142"/>
                    <a:pt x="608589" y="1589370"/>
                    <a:pt x="608703" y="1589484"/>
                  </a:cubicBezTo>
                  <a:cubicBezTo>
                    <a:pt x="608703" y="1589711"/>
                    <a:pt x="608703" y="1589939"/>
                    <a:pt x="608817" y="1590167"/>
                  </a:cubicBezTo>
                  <a:cubicBezTo>
                    <a:pt x="609045" y="1590965"/>
                    <a:pt x="609729" y="1591306"/>
                    <a:pt x="610412" y="1591192"/>
                  </a:cubicBezTo>
                  <a:cubicBezTo>
                    <a:pt x="610526" y="1591306"/>
                    <a:pt x="610754" y="1591534"/>
                    <a:pt x="610868" y="1591648"/>
                  </a:cubicBezTo>
                  <a:cubicBezTo>
                    <a:pt x="611551" y="1592673"/>
                    <a:pt x="612463" y="1593585"/>
                    <a:pt x="613260" y="1594496"/>
                  </a:cubicBezTo>
                  <a:cubicBezTo>
                    <a:pt x="613602" y="1595180"/>
                    <a:pt x="613830" y="1595750"/>
                    <a:pt x="613716" y="1596205"/>
                  </a:cubicBezTo>
                  <a:cubicBezTo>
                    <a:pt x="613488" y="1597458"/>
                    <a:pt x="614741" y="1598142"/>
                    <a:pt x="615539" y="1598825"/>
                  </a:cubicBezTo>
                  <a:cubicBezTo>
                    <a:pt x="617817" y="1600990"/>
                    <a:pt x="621805" y="1600534"/>
                    <a:pt x="623286" y="1597572"/>
                  </a:cubicBezTo>
                  <a:cubicBezTo>
                    <a:pt x="624767" y="1594724"/>
                    <a:pt x="624311" y="1591876"/>
                    <a:pt x="622944" y="1589256"/>
                  </a:cubicBezTo>
                  <a:cubicBezTo>
                    <a:pt x="625336" y="1591990"/>
                    <a:pt x="627843" y="1594838"/>
                    <a:pt x="630349" y="1597458"/>
                  </a:cubicBezTo>
                  <a:cubicBezTo>
                    <a:pt x="629893" y="1598028"/>
                    <a:pt x="629779" y="1598598"/>
                    <a:pt x="629210" y="1599167"/>
                  </a:cubicBezTo>
                  <a:cubicBezTo>
                    <a:pt x="627843" y="1600534"/>
                    <a:pt x="630007" y="1602585"/>
                    <a:pt x="631374" y="1601218"/>
                  </a:cubicBezTo>
                  <a:cubicBezTo>
                    <a:pt x="631830" y="1600762"/>
                    <a:pt x="632172" y="1600306"/>
                    <a:pt x="632514" y="1599851"/>
                  </a:cubicBezTo>
                  <a:cubicBezTo>
                    <a:pt x="632855" y="1600193"/>
                    <a:pt x="633083" y="1600534"/>
                    <a:pt x="633425" y="1600876"/>
                  </a:cubicBezTo>
                  <a:cubicBezTo>
                    <a:pt x="636957" y="1604408"/>
                    <a:pt x="642197" y="1601332"/>
                    <a:pt x="642425" y="1596775"/>
                  </a:cubicBezTo>
                  <a:cubicBezTo>
                    <a:pt x="642425" y="1595408"/>
                    <a:pt x="642197" y="1594041"/>
                    <a:pt x="641742" y="1592787"/>
                  </a:cubicBezTo>
                  <a:cubicBezTo>
                    <a:pt x="642995" y="1593699"/>
                    <a:pt x="644134" y="1594724"/>
                    <a:pt x="645387" y="1595522"/>
                  </a:cubicBezTo>
                  <a:cubicBezTo>
                    <a:pt x="645501" y="1595522"/>
                    <a:pt x="645729" y="1595522"/>
                    <a:pt x="645843" y="1595522"/>
                  </a:cubicBezTo>
                  <a:cubicBezTo>
                    <a:pt x="647552" y="1598142"/>
                    <a:pt x="651539" y="1599851"/>
                    <a:pt x="653020" y="1597686"/>
                  </a:cubicBezTo>
                  <a:cubicBezTo>
                    <a:pt x="653020" y="1597686"/>
                    <a:pt x="653020" y="1597800"/>
                    <a:pt x="653020" y="1597914"/>
                  </a:cubicBezTo>
                  <a:cubicBezTo>
                    <a:pt x="654843" y="1595408"/>
                    <a:pt x="653932" y="1591762"/>
                    <a:pt x="652793" y="1588458"/>
                  </a:cubicBezTo>
                  <a:cubicBezTo>
                    <a:pt x="656096" y="1591534"/>
                    <a:pt x="659058" y="1595180"/>
                    <a:pt x="663274" y="1597117"/>
                  </a:cubicBezTo>
                  <a:cubicBezTo>
                    <a:pt x="664299" y="1597572"/>
                    <a:pt x="665097" y="1597117"/>
                    <a:pt x="665438" y="1596091"/>
                  </a:cubicBezTo>
                  <a:cubicBezTo>
                    <a:pt x="666008" y="1594496"/>
                    <a:pt x="666122" y="1592787"/>
                    <a:pt x="665894" y="1590965"/>
                  </a:cubicBezTo>
                  <a:cubicBezTo>
                    <a:pt x="665894" y="1590965"/>
                    <a:pt x="666008" y="1590965"/>
                    <a:pt x="666122" y="1590851"/>
                  </a:cubicBezTo>
                  <a:cubicBezTo>
                    <a:pt x="666692" y="1591192"/>
                    <a:pt x="667147" y="1591648"/>
                    <a:pt x="667831" y="1591762"/>
                  </a:cubicBezTo>
                  <a:cubicBezTo>
                    <a:pt x="669198" y="1591990"/>
                    <a:pt x="670451" y="1591876"/>
                    <a:pt x="671818" y="1591762"/>
                  </a:cubicBezTo>
                  <a:cubicBezTo>
                    <a:pt x="672730" y="1593243"/>
                    <a:pt x="673641" y="1594610"/>
                    <a:pt x="674438" y="1596091"/>
                  </a:cubicBezTo>
                  <a:cubicBezTo>
                    <a:pt x="675806" y="1598484"/>
                    <a:pt x="678654" y="1598028"/>
                    <a:pt x="680135" y="1596319"/>
                  </a:cubicBezTo>
                  <a:cubicBezTo>
                    <a:pt x="685717" y="1600648"/>
                    <a:pt x="695287" y="1601901"/>
                    <a:pt x="701325" y="1601788"/>
                  </a:cubicBezTo>
                  <a:cubicBezTo>
                    <a:pt x="702578" y="1601788"/>
                    <a:pt x="703490" y="1601104"/>
                    <a:pt x="704059" y="1600193"/>
                  </a:cubicBezTo>
                  <a:cubicBezTo>
                    <a:pt x="704971" y="1600306"/>
                    <a:pt x="705768" y="1600534"/>
                    <a:pt x="706452" y="1600876"/>
                  </a:cubicBezTo>
                  <a:cubicBezTo>
                    <a:pt x="709072" y="1602129"/>
                    <a:pt x="711009" y="1599965"/>
                    <a:pt x="710781" y="1597686"/>
                  </a:cubicBezTo>
                  <a:cubicBezTo>
                    <a:pt x="711009" y="1597686"/>
                    <a:pt x="711350" y="1597572"/>
                    <a:pt x="711692" y="1597458"/>
                  </a:cubicBezTo>
                  <a:cubicBezTo>
                    <a:pt x="715566" y="1600079"/>
                    <a:pt x="720806" y="1600762"/>
                    <a:pt x="725363" y="1599623"/>
                  </a:cubicBezTo>
                  <a:cubicBezTo>
                    <a:pt x="726731" y="1599965"/>
                    <a:pt x="728212" y="1600193"/>
                    <a:pt x="729579" y="1600306"/>
                  </a:cubicBezTo>
                  <a:cubicBezTo>
                    <a:pt x="731629" y="1600534"/>
                    <a:pt x="732655" y="1598028"/>
                    <a:pt x="730832" y="1596889"/>
                  </a:cubicBezTo>
                  <a:cubicBezTo>
                    <a:pt x="730148" y="1596433"/>
                    <a:pt x="729465" y="1596091"/>
                    <a:pt x="728781" y="1595635"/>
                  </a:cubicBezTo>
                  <a:cubicBezTo>
                    <a:pt x="728439" y="1594838"/>
                    <a:pt x="727756" y="1594155"/>
                    <a:pt x="726617" y="1594268"/>
                  </a:cubicBezTo>
                  <a:cubicBezTo>
                    <a:pt x="726617" y="1594268"/>
                    <a:pt x="726389" y="1594268"/>
                    <a:pt x="726389" y="1594268"/>
                  </a:cubicBezTo>
                  <a:cubicBezTo>
                    <a:pt x="726389" y="1594268"/>
                    <a:pt x="726389" y="1594268"/>
                    <a:pt x="726389" y="1594268"/>
                  </a:cubicBezTo>
                  <a:cubicBezTo>
                    <a:pt x="726731" y="1594041"/>
                    <a:pt x="727072" y="1593927"/>
                    <a:pt x="727414" y="1593699"/>
                  </a:cubicBezTo>
                  <a:cubicBezTo>
                    <a:pt x="728098" y="1593015"/>
                    <a:pt x="728667" y="1592218"/>
                    <a:pt x="729351" y="1591420"/>
                  </a:cubicBezTo>
                  <a:cubicBezTo>
                    <a:pt x="729920" y="1593927"/>
                    <a:pt x="731743" y="1595977"/>
                    <a:pt x="734250" y="1596433"/>
                  </a:cubicBezTo>
                  <a:cubicBezTo>
                    <a:pt x="735617" y="1598939"/>
                    <a:pt x="737212" y="1601560"/>
                    <a:pt x="739035" y="1603952"/>
                  </a:cubicBezTo>
                  <a:cubicBezTo>
                    <a:pt x="741769" y="1607598"/>
                    <a:pt x="747123" y="1604408"/>
                    <a:pt x="745073" y="1600306"/>
                  </a:cubicBezTo>
                  <a:cubicBezTo>
                    <a:pt x="744047" y="1598142"/>
                    <a:pt x="742908" y="1595977"/>
                    <a:pt x="741769" y="1593927"/>
                  </a:cubicBezTo>
                  <a:cubicBezTo>
                    <a:pt x="741769" y="1593927"/>
                    <a:pt x="741769" y="1593927"/>
                    <a:pt x="741769" y="1593927"/>
                  </a:cubicBezTo>
                  <a:cubicBezTo>
                    <a:pt x="744617" y="1597003"/>
                    <a:pt x="747693" y="1599737"/>
                    <a:pt x="751452" y="1602243"/>
                  </a:cubicBezTo>
                  <a:cubicBezTo>
                    <a:pt x="753047" y="1603155"/>
                    <a:pt x="754870" y="1600762"/>
                    <a:pt x="753389" y="1599509"/>
                  </a:cubicBezTo>
                  <a:cubicBezTo>
                    <a:pt x="752136" y="1598484"/>
                    <a:pt x="750883" y="1597344"/>
                    <a:pt x="749630" y="1596205"/>
                  </a:cubicBezTo>
                  <a:cubicBezTo>
                    <a:pt x="750769" y="1596661"/>
                    <a:pt x="751908" y="1597117"/>
                    <a:pt x="753047" y="1597572"/>
                  </a:cubicBezTo>
                  <a:cubicBezTo>
                    <a:pt x="753617" y="1597800"/>
                    <a:pt x="754073" y="1597800"/>
                    <a:pt x="754529" y="1597686"/>
                  </a:cubicBezTo>
                  <a:cubicBezTo>
                    <a:pt x="755440" y="1600079"/>
                    <a:pt x="757604" y="1601901"/>
                    <a:pt x="760680" y="1600876"/>
                  </a:cubicBezTo>
                  <a:cubicBezTo>
                    <a:pt x="761478" y="1600648"/>
                    <a:pt x="762048" y="1600079"/>
                    <a:pt x="762731" y="1599623"/>
                  </a:cubicBezTo>
                  <a:cubicBezTo>
                    <a:pt x="764440" y="1601446"/>
                    <a:pt x="766149" y="1603268"/>
                    <a:pt x="767630" y="1605319"/>
                  </a:cubicBezTo>
                  <a:cubicBezTo>
                    <a:pt x="768997" y="1607142"/>
                    <a:pt x="771959" y="1605319"/>
                    <a:pt x="770706" y="1603382"/>
                  </a:cubicBezTo>
                  <a:cubicBezTo>
                    <a:pt x="769339" y="1601446"/>
                    <a:pt x="767630" y="1599509"/>
                    <a:pt x="766035" y="1597686"/>
                  </a:cubicBezTo>
                  <a:cubicBezTo>
                    <a:pt x="768200" y="1596091"/>
                    <a:pt x="770136" y="1594268"/>
                    <a:pt x="771959" y="1592332"/>
                  </a:cubicBezTo>
                  <a:cubicBezTo>
                    <a:pt x="771959" y="1592560"/>
                    <a:pt x="771959" y="1592673"/>
                    <a:pt x="771959" y="1592901"/>
                  </a:cubicBezTo>
                  <a:cubicBezTo>
                    <a:pt x="771959" y="1595294"/>
                    <a:pt x="774352" y="1597003"/>
                    <a:pt x="776630" y="1596775"/>
                  </a:cubicBezTo>
                  <a:cubicBezTo>
                    <a:pt x="780390" y="1600306"/>
                    <a:pt x="784377" y="1603268"/>
                    <a:pt x="788934" y="1605889"/>
                  </a:cubicBezTo>
                  <a:cubicBezTo>
                    <a:pt x="790187" y="1606686"/>
                    <a:pt x="791327" y="1604863"/>
                    <a:pt x="790415" y="1603838"/>
                  </a:cubicBezTo>
                  <a:cubicBezTo>
                    <a:pt x="789959" y="1603382"/>
                    <a:pt x="789618" y="1602927"/>
                    <a:pt x="789276" y="1602471"/>
                  </a:cubicBezTo>
                  <a:cubicBezTo>
                    <a:pt x="789504" y="1602699"/>
                    <a:pt x="789618" y="1602813"/>
                    <a:pt x="789846" y="1603041"/>
                  </a:cubicBezTo>
                  <a:cubicBezTo>
                    <a:pt x="790187" y="1603382"/>
                    <a:pt x="790529" y="1603610"/>
                    <a:pt x="790871" y="1603838"/>
                  </a:cubicBezTo>
                  <a:lnTo>
                    <a:pt x="790871" y="1603838"/>
                  </a:lnTo>
                  <a:cubicBezTo>
                    <a:pt x="793149" y="1605091"/>
                    <a:pt x="795884" y="1603838"/>
                    <a:pt x="796909" y="1601788"/>
                  </a:cubicBezTo>
                  <a:cubicBezTo>
                    <a:pt x="798276" y="1600193"/>
                    <a:pt x="798732" y="1597914"/>
                    <a:pt x="796909" y="1596205"/>
                  </a:cubicBezTo>
                  <a:cubicBezTo>
                    <a:pt x="795998" y="1595294"/>
                    <a:pt x="795086" y="1594610"/>
                    <a:pt x="794175" y="1593927"/>
                  </a:cubicBezTo>
                  <a:cubicBezTo>
                    <a:pt x="795086" y="1593927"/>
                    <a:pt x="795998" y="1593927"/>
                    <a:pt x="797023" y="1593927"/>
                  </a:cubicBezTo>
                  <a:cubicBezTo>
                    <a:pt x="797251" y="1596319"/>
                    <a:pt x="798846" y="1598256"/>
                    <a:pt x="801466" y="1599167"/>
                  </a:cubicBezTo>
                  <a:cubicBezTo>
                    <a:pt x="804542" y="1600306"/>
                    <a:pt x="808985" y="1600648"/>
                    <a:pt x="813770" y="1600306"/>
                  </a:cubicBezTo>
                  <a:cubicBezTo>
                    <a:pt x="814226" y="1601901"/>
                    <a:pt x="815251" y="1603268"/>
                    <a:pt x="817188" y="1603610"/>
                  </a:cubicBezTo>
                  <a:cubicBezTo>
                    <a:pt x="824593" y="1604522"/>
                    <a:pt x="831315" y="1602357"/>
                    <a:pt x="838378" y="1600079"/>
                  </a:cubicBezTo>
                  <a:cubicBezTo>
                    <a:pt x="840657" y="1599281"/>
                    <a:pt x="842935" y="1598370"/>
                    <a:pt x="845327" y="1597572"/>
                  </a:cubicBezTo>
                  <a:cubicBezTo>
                    <a:pt x="845327" y="1597800"/>
                    <a:pt x="844986" y="1598142"/>
                    <a:pt x="844986" y="1598370"/>
                  </a:cubicBezTo>
                  <a:cubicBezTo>
                    <a:pt x="844644" y="1600079"/>
                    <a:pt x="845441" y="1601673"/>
                    <a:pt x="846809" y="1602471"/>
                  </a:cubicBezTo>
                  <a:cubicBezTo>
                    <a:pt x="846467" y="1602813"/>
                    <a:pt x="846125" y="1603041"/>
                    <a:pt x="845897" y="1603268"/>
                  </a:cubicBezTo>
                  <a:cubicBezTo>
                    <a:pt x="843960" y="1605547"/>
                    <a:pt x="844872" y="1608965"/>
                    <a:pt x="847834" y="1609762"/>
                  </a:cubicBezTo>
                  <a:cubicBezTo>
                    <a:pt x="853644" y="1611243"/>
                    <a:pt x="859340" y="1608509"/>
                    <a:pt x="864695" y="1606344"/>
                  </a:cubicBezTo>
                  <a:cubicBezTo>
                    <a:pt x="869822" y="1604180"/>
                    <a:pt x="874720" y="1602243"/>
                    <a:pt x="879619" y="1599737"/>
                  </a:cubicBezTo>
                  <a:cubicBezTo>
                    <a:pt x="880986" y="1599053"/>
                    <a:pt x="881328" y="1597572"/>
                    <a:pt x="881214" y="1596205"/>
                  </a:cubicBezTo>
                  <a:cubicBezTo>
                    <a:pt x="882240" y="1595635"/>
                    <a:pt x="882923" y="1594838"/>
                    <a:pt x="883037" y="1593699"/>
                  </a:cubicBezTo>
                  <a:cubicBezTo>
                    <a:pt x="888164" y="1595522"/>
                    <a:pt x="893404" y="1595750"/>
                    <a:pt x="897392" y="1592104"/>
                  </a:cubicBezTo>
                  <a:cubicBezTo>
                    <a:pt x="897392" y="1592104"/>
                    <a:pt x="897392" y="1592104"/>
                    <a:pt x="897392" y="1592104"/>
                  </a:cubicBezTo>
                  <a:cubicBezTo>
                    <a:pt x="898531" y="1593357"/>
                    <a:pt x="900012" y="1594155"/>
                    <a:pt x="901949" y="1593585"/>
                  </a:cubicBezTo>
                  <a:cubicBezTo>
                    <a:pt x="905594" y="1592560"/>
                    <a:pt x="907303" y="1592901"/>
                    <a:pt x="910151" y="1589825"/>
                  </a:cubicBezTo>
                  <a:cubicBezTo>
                    <a:pt x="910835" y="1589028"/>
                    <a:pt x="911405" y="1588003"/>
                    <a:pt x="911632" y="1586863"/>
                  </a:cubicBezTo>
                  <a:cubicBezTo>
                    <a:pt x="911632" y="1587091"/>
                    <a:pt x="911860" y="1587319"/>
                    <a:pt x="911974" y="1587547"/>
                  </a:cubicBezTo>
                  <a:cubicBezTo>
                    <a:pt x="914481" y="1591876"/>
                    <a:pt x="920063" y="1591079"/>
                    <a:pt x="922683" y="1588003"/>
                  </a:cubicBezTo>
                  <a:cubicBezTo>
                    <a:pt x="923025" y="1591876"/>
                    <a:pt x="927126" y="1595750"/>
                    <a:pt x="931228" y="1594041"/>
                  </a:cubicBezTo>
                  <a:cubicBezTo>
                    <a:pt x="932139" y="1593699"/>
                    <a:pt x="932937" y="1593129"/>
                    <a:pt x="933734" y="1592673"/>
                  </a:cubicBezTo>
                  <a:cubicBezTo>
                    <a:pt x="935215" y="1593015"/>
                    <a:pt x="936924" y="1592673"/>
                    <a:pt x="938063" y="1591306"/>
                  </a:cubicBezTo>
                  <a:cubicBezTo>
                    <a:pt x="938063" y="1591306"/>
                    <a:pt x="938063" y="1591192"/>
                    <a:pt x="938063" y="1591192"/>
                  </a:cubicBezTo>
                  <a:cubicBezTo>
                    <a:pt x="938747" y="1591192"/>
                    <a:pt x="939544" y="1591079"/>
                    <a:pt x="940228" y="1590281"/>
                  </a:cubicBezTo>
                  <a:cubicBezTo>
                    <a:pt x="941025" y="1589484"/>
                    <a:pt x="941937" y="1588572"/>
                    <a:pt x="942734" y="1587661"/>
                  </a:cubicBezTo>
                  <a:cubicBezTo>
                    <a:pt x="943304" y="1587319"/>
                    <a:pt x="943760" y="1586749"/>
                    <a:pt x="944329" y="1586408"/>
                  </a:cubicBezTo>
                  <a:cubicBezTo>
                    <a:pt x="945013" y="1586180"/>
                    <a:pt x="945696" y="1585952"/>
                    <a:pt x="946380" y="1585724"/>
                  </a:cubicBezTo>
                  <a:cubicBezTo>
                    <a:pt x="946380" y="1585952"/>
                    <a:pt x="946380" y="1586294"/>
                    <a:pt x="946380" y="1586521"/>
                  </a:cubicBezTo>
                  <a:cubicBezTo>
                    <a:pt x="946836" y="1591876"/>
                    <a:pt x="954127" y="1592673"/>
                    <a:pt x="955722" y="1587775"/>
                  </a:cubicBezTo>
                  <a:lnTo>
                    <a:pt x="956064" y="1587775"/>
                  </a:lnTo>
                  <a:cubicBezTo>
                    <a:pt x="956747" y="1588572"/>
                    <a:pt x="958000" y="1589028"/>
                    <a:pt x="959140" y="1588458"/>
                  </a:cubicBezTo>
                  <a:cubicBezTo>
                    <a:pt x="959937" y="1588003"/>
                    <a:pt x="960848" y="1587661"/>
                    <a:pt x="961760" y="1587205"/>
                  </a:cubicBezTo>
                  <a:cubicBezTo>
                    <a:pt x="960393" y="1589370"/>
                    <a:pt x="961076" y="1592332"/>
                    <a:pt x="963127" y="1594041"/>
                  </a:cubicBezTo>
                  <a:cubicBezTo>
                    <a:pt x="958798" y="1594610"/>
                    <a:pt x="954583" y="1595180"/>
                    <a:pt x="950367" y="1596433"/>
                  </a:cubicBezTo>
                  <a:cubicBezTo>
                    <a:pt x="948317" y="1597003"/>
                    <a:pt x="948772" y="1600534"/>
                    <a:pt x="951051" y="1600193"/>
                  </a:cubicBezTo>
                  <a:cubicBezTo>
                    <a:pt x="972355" y="1598142"/>
                    <a:pt x="994229" y="1599053"/>
                    <a:pt x="1015419" y="1595863"/>
                  </a:cubicBezTo>
                  <a:cubicBezTo>
                    <a:pt x="1017242" y="1595522"/>
                    <a:pt x="1017242" y="1592673"/>
                    <a:pt x="1015419" y="1592901"/>
                  </a:cubicBezTo>
                  <a:cubicBezTo>
                    <a:pt x="1011432" y="1593357"/>
                    <a:pt x="1007444" y="1593357"/>
                    <a:pt x="1003343" y="1593471"/>
                  </a:cubicBezTo>
                  <a:cubicBezTo>
                    <a:pt x="1008242" y="1592901"/>
                    <a:pt x="1013254" y="1592446"/>
                    <a:pt x="1018039" y="1591534"/>
                  </a:cubicBezTo>
                  <a:cubicBezTo>
                    <a:pt x="1017811" y="1592560"/>
                    <a:pt x="1017811" y="1593585"/>
                    <a:pt x="1018039" y="1594724"/>
                  </a:cubicBezTo>
                  <a:cubicBezTo>
                    <a:pt x="1016330" y="1595750"/>
                    <a:pt x="1014394" y="1596775"/>
                    <a:pt x="1012685" y="1598142"/>
                  </a:cubicBezTo>
                  <a:cubicBezTo>
                    <a:pt x="1011090" y="1599281"/>
                    <a:pt x="1012571" y="1601788"/>
                    <a:pt x="1014280" y="1600876"/>
                  </a:cubicBezTo>
                  <a:cubicBezTo>
                    <a:pt x="1016330" y="1599851"/>
                    <a:pt x="1018267" y="1598939"/>
                    <a:pt x="1020318" y="1598142"/>
                  </a:cubicBezTo>
                  <a:cubicBezTo>
                    <a:pt x="1021343" y="1598825"/>
                    <a:pt x="1022482" y="1599281"/>
                    <a:pt x="1023963" y="1599281"/>
                  </a:cubicBezTo>
                  <a:cubicBezTo>
                    <a:pt x="1033989" y="1599281"/>
                    <a:pt x="1044698" y="1599053"/>
                    <a:pt x="1054724" y="1597003"/>
                  </a:cubicBezTo>
                  <a:cubicBezTo>
                    <a:pt x="1061103" y="1596205"/>
                    <a:pt x="1067483" y="1595294"/>
                    <a:pt x="1073863" y="1594382"/>
                  </a:cubicBezTo>
                  <a:cubicBezTo>
                    <a:pt x="1089585" y="1596433"/>
                    <a:pt x="1104965" y="1598028"/>
                    <a:pt x="1120573" y="1594724"/>
                  </a:cubicBezTo>
                  <a:cubicBezTo>
                    <a:pt x="1127067" y="1593357"/>
                    <a:pt x="1126953" y="1583673"/>
                    <a:pt x="1121370" y="1581509"/>
                  </a:cubicBezTo>
                  <a:close/>
                  <a:moveTo>
                    <a:pt x="939430" y="363535"/>
                  </a:moveTo>
                  <a:cubicBezTo>
                    <a:pt x="940570" y="363649"/>
                    <a:pt x="941709" y="363535"/>
                    <a:pt x="942734" y="363193"/>
                  </a:cubicBezTo>
                  <a:cubicBezTo>
                    <a:pt x="953215" y="366725"/>
                    <a:pt x="964038" y="368320"/>
                    <a:pt x="974634" y="366839"/>
                  </a:cubicBezTo>
                  <a:cubicBezTo>
                    <a:pt x="976570" y="369459"/>
                    <a:pt x="978621" y="371852"/>
                    <a:pt x="980672" y="374016"/>
                  </a:cubicBezTo>
                  <a:cubicBezTo>
                    <a:pt x="971444" y="376409"/>
                    <a:pt x="964950" y="380966"/>
                    <a:pt x="960621" y="387118"/>
                  </a:cubicBezTo>
                  <a:cubicBezTo>
                    <a:pt x="960393" y="386434"/>
                    <a:pt x="960051" y="385751"/>
                    <a:pt x="959481" y="385295"/>
                  </a:cubicBezTo>
                  <a:cubicBezTo>
                    <a:pt x="953443" y="378801"/>
                    <a:pt x="946266" y="376636"/>
                    <a:pt x="938633" y="376067"/>
                  </a:cubicBezTo>
                  <a:cubicBezTo>
                    <a:pt x="938975" y="375155"/>
                    <a:pt x="939430" y="374244"/>
                    <a:pt x="939658" y="373219"/>
                  </a:cubicBezTo>
                  <a:cubicBezTo>
                    <a:pt x="940456" y="369801"/>
                    <a:pt x="940342" y="366497"/>
                    <a:pt x="939430" y="363535"/>
                  </a:cubicBezTo>
                  <a:close/>
                  <a:moveTo>
                    <a:pt x="674894" y="1004478"/>
                  </a:moveTo>
                  <a:cubicBezTo>
                    <a:pt x="675806" y="1004250"/>
                    <a:pt x="676147" y="1002997"/>
                    <a:pt x="676831" y="1002541"/>
                  </a:cubicBezTo>
                  <a:cubicBezTo>
                    <a:pt x="678426" y="1001402"/>
                    <a:pt x="681502" y="1003453"/>
                    <a:pt x="682641" y="1004478"/>
                  </a:cubicBezTo>
                  <a:cubicBezTo>
                    <a:pt x="683325" y="1005161"/>
                    <a:pt x="683097" y="1005959"/>
                    <a:pt x="682869" y="1006870"/>
                  </a:cubicBezTo>
                  <a:cubicBezTo>
                    <a:pt x="682299" y="1006870"/>
                    <a:pt x="681844" y="1006756"/>
                    <a:pt x="681274" y="1006870"/>
                  </a:cubicBezTo>
                  <a:cubicBezTo>
                    <a:pt x="679451" y="1007098"/>
                    <a:pt x="678084" y="1008010"/>
                    <a:pt x="676489" y="1008921"/>
                  </a:cubicBezTo>
                  <a:cubicBezTo>
                    <a:pt x="676261" y="1008921"/>
                    <a:pt x="675919" y="1009149"/>
                    <a:pt x="675578" y="1009263"/>
                  </a:cubicBezTo>
                  <a:cubicBezTo>
                    <a:pt x="674894" y="1008579"/>
                    <a:pt x="674325" y="1008124"/>
                    <a:pt x="673527" y="1007782"/>
                  </a:cubicBezTo>
                  <a:cubicBezTo>
                    <a:pt x="672957" y="1006756"/>
                    <a:pt x="672274" y="1005617"/>
                    <a:pt x="671249" y="1004820"/>
                  </a:cubicBezTo>
                  <a:cubicBezTo>
                    <a:pt x="671249" y="1004820"/>
                    <a:pt x="671249" y="1004820"/>
                    <a:pt x="671249" y="1004820"/>
                  </a:cubicBezTo>
                  <a:cubicBezTo>
                    <a:pt x="672502" y="1004820"/>
                    <a:pt x="673641" y="1004820"/>
                    <a:pt x="674894" y="1004592"/>
                  </a:cubicBezTo>
                  <a:close/>
                  <a:moveTo>
                    <a:pt x="657805" y="1002769"/>
                  </a:moveTo>
                  <a:cubicBezTo>
                    <a:pt x="657805" y="1002769"/>
                    <a:pt x="658375" y="1002997"/>
                    <a:pt x="658375" y="1003225"/>
                  </a:cubicBezTo>
                  <a:cubicBezTo>
                    <a:pt x="658489" y="1003453"/>
                    <a:pt x="658603" y="1003567"/>
                    <a:pt x="658603" y="1003794"/>
                  </a:cubicBezTo>
                  <a:cubicBezTo>
                    <a:pt x="659286" y="1004136"/>
                    <a:pt x="659970" y="1004592"/>
                    <a:pt x="660653" y="1004934"/>
                  </a:cubicBezTo>
                  <a:cubicBezTo>
                    <a:pt x="659400" y="1004934"/>
                    <a:pt x="658147" y="1004934"/>
                    <a:pt x="656894" y="1005275"/>
                  </a:cubicBezTo>
                  <a:cubicBezTo>
                    <a:pt x="656666" y="1004478"/>
                    <a:pt x="656438" y="1003681"/>
                    <a:pt x="656096" y="1002997"/>
                  </a:cubicBezTo>
                  <a:cubicBezTo>
                    <a:pt x="656666" y="1002997"/>
                    <a:pt x="657236" y="1002769"/>
                    <a:pt x="657805" y="1002769"/>
                  </a:cubicBezTo>
                  <a:close/>
                  <a:moveTo>
                    <a:pt x="630349" y="1053466"/>
                  </a:moveTo>
                  <a:cubicBezTo>
                    <a:pt x="630349" y="1053466"/>
                    <a:pt x="630349" y="1053580"/>
                    <a:pt x="630349" y="1053694"/>
                  </a:cubicBezTo>
                  <a:cubicBezTo>
                    <a:pt x="630121" y="1053808"/>
                    <a:pt x="629779" y="1054035"/>
                    <a:pt x="629552" y="1054149"/>
                  </a:cubicBezTo>
                  <a:lnTo>
                    <a:pt x="629552" y="1054149"/>
                  </a:lnTo>
                  <a:cubicBezTo>
                    <a:pt x="628526" y="1054491"/>
                    <a:pt x="627615" y="1054149"/>
                    <a:pt x="626703" y="1053010"/>
                  </a:cubicBezTo>
                  <a:cubicBezTo>
                    <a:pt x="627843" y="1053352"/>
                    <a:pt x="629096" y="1053580"/>
                    <a:pt x="630349" y="1053580"/>
                  </a:cubicBezTo>
                  <a:close/>
                  <a:moveTo>
                    <a:pt x="440776" y="924389"/>
                  </a:moveTo>
                  <a:cubicBezTo>
                    <a:pt x="440776" y="924389"/>
                    <a:pt x="440662" y="924389"/>
                    <a:pt x="440548" y="924389"/>
                  </a:cubicBezTo>
                  <a:cubicBezTo>
                    <a:pt x="440548" y="924275"/>
                    <a:pt x="440434" y="924161"/>
                    <a:pt x="440434" y="924047"/>
                  </a:cubicBezTo>
                  <a:cubicBezTo>
                    <a:pt x="440548" y="924047"/>
                    <a:pt x="440662" y="924275"/>
                    <a:pt x="440890" y="924275"/>
                  </a:cubicBezTo>
                  <a:close/>
                  <a:moveTo>
                    <a:pt x="420497" y="1070782"/>
                  </a:moveTo>
                  <a:cubicBezTo>
                    <a:pt x="419016" y="1073517"/>
                    <a:pt x="417649" y="1076023"/>
                    <a:pt x="416396" y="1078188"/>
                  </a:cubicBezTo>
                  <a:cubicBezTo>
                    <a:pt x="412636" y="1084909"/>
                    <a:pt x="411155" y="1076820"/>
                    <a:pt x="408991" y="1067593"/>
                  </a:cubicBezTo>
                  <a:cubicBezTo>
                    <a:pt x="410472" y="1067593"/>
                    <a:pt x="411839" y="1067706"/>
                    <a:pt x="413320" y="1067593"/>
                  </a:cubicBezTo>
                  <a:cubicBezTo>
                    <a:pt x="415371" y="1068732"/>
                    <a:pt x="417877" y="1069871"/>
                    <a:pt x="420497" y="1070896"/>
                  </a:cubicBezTo>
                  <a:close/>
                  <a:moveTo>
                    <a:pt x="498992" y="880300"/>
                  </a:moveTo>
                  <a:cubicBezTo>
                    <a:pt x="498537" y="880983"/>
                    <a:pt x="498195" y="881781"/>
                    <a:pt x="497739" y="882464"/>
                  </a:cubicBezTo>
                  <a:cubicBezTo>
                    <a:pt x="497511" y="881667"/>
                    <a:pt x="497284" y="880755"/>
                    <a:pt x="497056" y="879958"/>
                  </a:cubicBezTo>
                  <a:cubicBezTo>
                    <a:pt x="497739" y="880072"/>
                    <a:pt x="498309" y="880300"/>
                    <a:pt x="498992" y="880300"/>
                  </a:cubicBezTo>
                  <a:close/>
                  <a:moveTo>
                    <a:pt x="496258" y="1085137"/>
                  </a:moveTo>
                  <a:cubicBezTo>
                    <a:pt x="496258" y="1085137"/>
                    <a:pt x="496486" y="1085137"/>
                    <a:pt x="496600" y="1085251"/>
                  </a:cubicBezTo>
                  <a:cubicBezTo>
                    <a:pt x="497284" y="1086504"/>
                    <a:pt x="498423" y="1087415"/>
                    <a:pt x="499676" y="1088213"/>
                  </a:cubicBezTo>
                  <a:cubicBezTo>
                    <a:pt x="499676" y="1088213"/>
                    <a:pt x="499676" y="1088213"/>
                    <a:pt x="499676" y="1088327"/>
                  </a:cubicBezTo>
                  <a:cubicBezTo>
                    <a:pt x="497284" y="1089238"/>
                    <a:pt x="495347" y="1090719"/>
                    <a:pt x="495347" y="1093340"/>
                  </a:cubicBezTo>
                  <a:cubicBezTo>
                    <a:pt x="495119" y="1091289"/>
                    <a:pt x="495005" y="1088327"/>
                    <a:pt x="495005" y="1085137"/>
                  </a:cubicBezTo>
                  <a:cubicBezTo>
                    <a:pt x="495347" y="1085137"/>
                    <a:pt x="495689" y="1085137"/>
                    <a:pt x="496144" y="1085137"/>
                  </a:cubicBezTo>
                  <a:close/>
                  <a:moveTo>
                    <a:pt x="496144" y="1121707"/>
                  </a:moveTo>
                  <a:cubicBezTo>
                    <a:pt x="498195" y="1116353"/>
                    <a:pt x="500929" y="1110998"/>
                    <a:pt x="503777" y="1105644"/>
                  </a:cubicBezTo>
                  <a:cubicBezTo>
                    <a:pt x="505486" y="1107352"/>
                    <a:pt x="508106" y="1108378"/>
                    <a:pt x="510955" y="1108606"/>
                  </a:cubicBezTo>
                  <a:cubicBezTo>
                    <a:pt x="511524" y="1110315"/>
                    <a:pt x="513119" y="1111568"/>
                    <a:pt x="515626" y="1111909"/>
                  </a:cubicBezTo>
                  <a:cubicBezTo>
                    <a:pt x="516651" y="1112023"/>
                    <a:pt x="517562" y="1111909"/>
                    <a:pt x="518588" y="1111909"/>
                  </a:cubicBezTo>
                  <a:cubicBezTo>
                    <a:pt x="518246" y="1112707"/>
                    <a:pt x="518018" y="1113504"/>
                    <a:pt x="518018" y="1114644"/>
                  </a:cubicBezTo>
                  <a:cubicBezTo>
                    <a:pt x="518018" y="1117720"/>
                    <a:pt x="520410" y="1119884"/>
                    <a:pt x="522689" y="1121935"/>
                  </a:cubicBezTo>
                  <a:cubicBezTo>
                    <a:pt x="521664" y="1124441"/>
                    <a:pt x="523259" y="1126606"/>
                    <a:pt x="525651" y="1128315"/>
                  </a:cubicBezTo>
                  <a:cubicBezTo>
                    <a:pt x="525651" y="1128315"/>
                    <a:pt x="525651" y="1128315"/>
                    <a:pt x="525651" y="1128315"/>
                  </a:cubicBezTo>
                  <a:cubicBezTo>
                    <a:pt x="525651" y="1128315"/>
                    <a:pt x="525651" y="1128315"/>
                    <a:pt x="525765" y="1128315"/>
                  </a:cubicBezTo>
                  <a:cubicBezTo>
                    <a:pt x="526107" y="1128542"/>
                    <a:pt x="526449" y="1128656"/>
                    <a:pt x="526790" y="1128884"/>
                  </a:cubicBezTo>
                  <a:cubicBezTo>
                    <a:pt x="527246" y="1129568"/>
                    <a:pt x="527930" y="1130137"/>
                    <a:pt x="528613" y="1130707"/>
                  </a:cubicBezTo>
                  <a:cubicBezTo>
                    <a:pt x="528613" y="1131277"/>
                    <a:pt x="528613" y="1131960"/>
                    <a:pt x="528613" y="1132530"/>
                  </a:cubicBezTo>
                  <a:cubicBezTo>
                    <a:pt x="523373" y="1136631"/>
                    <a:pt x="517562" y="1140049"/>
                    <a:pt x="509018" y="1145176"/>
                  </a:cubicBezTo>
                  <a:cubicBezTo>
                    <a:pt x="492954" y="1154859"/>
                    <a:pt x="484979" y="1157935"/>
                    <a:pt x="484979" y="1157935"/>
                  </a:cubicBezTo>
                  <a:cubicBezTo>
                    <a:pt x="484979" y="1157935"/>
                    <a:pt x="485663" y="1149391"/>
                    <a:pt x="496258" y="1121821"/>
                  </a:cubicBezTo>
                  <a:close/>
                  <a:moveTo>
                    <a:pt x="236963" y="1066681"/>
                  </a:moveTo>
                  <a:cubicBezTo>
                    <a:pt x="236963" y="1066681"/>
                    <a:pt x="238102" y="1066339"/>
                    <a:pt x="238671" y="1065998"/>
                  </a:cubicBezTo>
                  <a:cubicBezTo>
                    <a:pt x="240950" y="1069757"/>
                    <a:pt x="244254" y="1072833"/>
                    <a:pt x="248469" y="1074086"/>
                  </a:cubicBezTo>
                  <a:cubicBezTo>
                    <a:pt x="256672" y="1076479"/>
                    <a:pt x="267723" y="1073061"/>
                    <a:pt x="273988" y="1066453"/>
                  </a:cubicBezTo>
                  <a:cubicBezTo>
                    <a:pt x="274558" y="1067365"/>
                    <a:pt x="275128" y="1068276"/>
                    <a:pt x="276039" y="1068960"/>
                  </a:cubicBezTo>
                  <a:cubicBezTo>
                    <a:pt x="278773" y="1071352"/>
                    <a:pt x="281508" y="1071922"/>
                    <a:pt x="283900" y="1071124"/>
                  </a:cubicBezTo>
                  <a:cubicBezTo>
                    <a:pt x="287660" y="1074998"/>
                    <a:pt x="292786" y="1077618"/>
                    <a:pt x="296888" y="1076137"/>
                  </a:cubicBezTo>
                  <a:cubicBezTo>
                    <a:pt x="300533" y="1085137"/>
                    <a:pt x="304179" y="1094935"/>
                    <a:pt x="308964" y="1106441"/>
                  </a:cubicBezTo>
                  <a:cubicBezTo>
                    <a:pt x="305774" y="1104846"/>
                    <a:pt x="303495" y="1106441"/>
                    <a:pt x="301673" y="1108606"/>
                  </a:cubicBezTo>
                  <a:cubicBezTo>
                    <a:pt x="301103" y="1105757"/>
                    <a:pt x="299850" y="1103479"/>
                    <a:pt x="296546" y="1103479"/>
                  </a:cubicBezTo>
                  <a:cubicBezTo>
                    <a:pt x="296546" y="1103023"/>
                    <a:pt x="296432" y="1102454"/>
                    <a:pt x="296204" y="1101998"/>
                  </a:cubicBezTo>
                  <a:cubicBezTo>
                    <a:pt x="294951" y="1099150"/>
                    <a:pt x="292786" y="1098011"/>
                    <a:pt x="290622" y="1097669"/>
                  </a:cubicBezTo>
                  <a:cubicBezTo>
                    <a:pt x="292103" y="1094251"/>
                    <a:pt x="292900" y="1090491"/>
                    <a:pt x="290394" y="1087757"/>
                  </a:cubicBezTo>
                  <a:cubicBezTo>
                    <a:pt x="286748" y="1083884"/>
                    <a:pt x="283103" y="1085137"/>
                    <a:pt x="279115" y="1086162"/>
                  </a:cubicBezTo>
                  <a:cubicBezTo>
                    <a:pt x="277406" y="1083770"/>
                    <a:pt x="274330" y="1083542"/>
                    <a:pt x="271140" y="1084112"/>
                  </a:cubicBezTo>
                  <a:cubicBezTo>
                    <a:pt x="270343" y="1080808"/>
                    <a:pt x="268748" y="1077846"/>
                    <a:pt x="264874" y="1077390"/>
                  </a:cubicBezTo>
                  <a:cubicBezTo>
                    <a:pt x="261343" y="1076820"/>
                    <a:pt x="258153" y="1078301"/>
                    <a:pt x="256102" y="1080808"/>
                  </a:cubicBezTo>
                  <a:cubicBezTo>
                    <a:pt x="253937" y="1080580"/>
                    <a:pt x="252229" y="1081491"/>
                    <a:pt x="250975" y="1082859"/>
                  </a:cubicBezTo>
                  <a:cubicBezTo>
                    <a:pt x="250975" y="1082859"/>
                    <a:pt x="250748" y="1082631"/>
                    <a:pt x="250520" y="1082631"/>
                  </a:cubicBezTo>
                  <a:cubicBezTo>
                    <a:pt x="249039" y="1081719"/>
                    <a:pt x="247899" y="1081264"/>
                    <a:pt x="246191" y="1081264"/>
                  </a:cubicBezTo>
                  <a:cubicBezTo>
                    <a:pt x="245963" y="1081264"/>
                    <a:pt x="245735" y="1081377"/>
                    <a:pt x="245507" y="1081491"/>
                  </a:cubicBezTo>
                  <a:cubicBezTo>
                    <a:pt x="245507" y="1081491"/>
                    <a:pt x="245393" y="1081491"/>
                    <a:pt x="245279" y="1081491"/>
                  </a:cubicBezTo>
                  <a:cubicBezTo>
                    <a:pt x="245051" y="1081377"/>
                    <a:pt x="244823" y="1081377"/>
                    <a:pt x="244596" y="1081264"/>
                  </a:cubicBezTo>
                  <a:cubicBezTo>
                    <a:pt x="244140" y="1081036"/>
                    <a:pt x="243570" y="1080922"/>
                    <a:pt x="243115" y="1080808"/>
                  </a:cubicBezTo>
                  <a:cubicBezTo>
                    <a:pt x="242887" y="1080808"/>
                    <a:pt x="242659" y="1080808"/>
                    <a:pt x="242431" y="1080808"/>
                  </a:cubicBezTo>
                  <a:cubicBezTo>
                    <a:pt x="241861" y="1080808"/>
                    <a:pt x="241292" y="1080808"/>
                    <a:pt x="240722" y="1080808"/>
                  </a:cubicBezTo>
                  <a:cubicBezTo>
                    <a:pt x="240494" y="1080808"/>
                    <a:pt x="240380" y="1080808"/>
                    <a:pt x="240152" y="1080808"/>
                  </a:cubicBezTo>
                  <a:cubicBezTo>
                    <a:pt x="239811" y="1080808"/>
                    <a:pt x="239583" y="1080808"/>
                    <a:pt x="239241" y="1080922"/>
                  </a:cubicBezTo>
                  <a:cubicBezTo>
                    <a:pt x="239241" y="1080922"/>
                    <a:pt x="239241" y="1080922"/>
                    <a:pt x="239241" y="1080922"/>
                  </a:cubicBezTo>
                  <a:cubicBezTo>
                    <a:pt x="238785" y="1081036"/>
                    <a:pt x="238444" y="1081150"/>
                    <a:pt x="237988" y="1081264"/>
                  </a:cubicBezTo>
                  <a:cubicBezTo>
                    <a:pt x="237532" y="1080922"/>
                    <a:pt x="237076" y="1080808"/>
                    <a:pt x="236507" y="1080580"/>
                  </a:cubicBezTo>
                  <a:cubicBezTo>
                    <a:pt x="239013" y="1078529"/>
                    <a:pt x="240950" y="1075681"/>
                    <a:pt x="240152" y="1072605"/>
                  </a:cubicBezTo>
                  <a:cubicBezTo>
                    <a:pt x="239469" y="1069985"/>
                    <a:pt x="237874" y="1067934"/>
                    <a:pt x="235254" y="1066909"/>
                  </a:cubicBezTo>
                  <a:cubicBezTo>
                    <a:pt x="234912" y="1066909"/>
                    <a:pt x="234114" y="1066681"/>
                    <a:pt x="233431" y="1066453"/>
                  </a:cubicBezTo>
                  <a:cubicBezTo>
                    <a:pt x="234684" y="1066681"/>
                    <a:pt x="235823" y="1066681"/>
                    <a:pt x="237076" y="1066453"/>
                  </a:cubicBezTo>
                  <a:close/>
                  <a:moveTo>
                    <a:pt x="252684" y="1206125"/>
                  </a:moveTo>
                  <a:cubicBezTo>
                    <a:pt x="252684" y="1206125"/>
                    <a:pt x="252343" y="1206353"/>
                    <a:pt x="252115" y="1206467"/>
                  </a:cubicBezTo>
                  <a:cubicBezTo>
                    <a:pt x="251659" y="1206239"/>
                    <a:pt x="251317" y="1205898"/>
                    <a:pt x="250862" y="1205670"/>
                  </a:cubicBezTo>
                  <a:cubicBezTo>
                    <a:pt x="251431" y="1205100"/>
                    <a:pt x="252001" y="1204417"/>
                    <a:pt x="252570" y="1203733"/>
                  </a:cubicBezTo>
                  <a:cubicBezTo>
                    <a:pt x="252798" y="1204872"/>
                    <a:pt x="252912" y="1205670"/>
                    <a:pt x="252570" y="1206012"/>
                  </a:cubicBezTo>
                  <a:close/>
                  <a:moveTo>
                    <a:pt x="232861" y="1245316"/>
                  </a:moveTo>
                  <a:cubicBezTo>
                    <a:pt x="232861" y="1245316"/>
                    <a:pt x="233317" y="1245088"/>
                    <a:pt x="233545" y="1244974"/>
                  </a:cubicBezTo>
                  <a:cubicBezTo>
                    <a:pt x="238785" y="1240987"/>
                    <a:pt x="241633" y="1232556"/>
                    <a:pt x="239811" y="1226062"/>
                  </a:cubicBezTo>
                  <a:cubicBezTo>
                    <a:pt x="240380" y="1225721"/>
                    <a:pt x="240950" y="1225379"/>
                    <a:pt x="241406" y="1225037"/>
                  </a:cubicBezTo>
                  <a:cubicBezTo>
                    <a:pt x="244937" y="1224240"/>
                    <a:pt x="247786" y="1222303"/>
                    <a:pt x="247786" y="1218771"/>
                  </a:cubicBezTo>
                  <a:cubicBezTo>
                    <a:pt x="247786" y="1218771"/>
                    <a:pt x="247786" y="1218771"/>
                    <a:pt x="247786" y="1218771"/>
                  </a:cubicBezTo>
                  <a:cubicBezTo>
                    <a:pt x="250975" y="1220252"/>
                    <a:pt x="253937" y="1221619"/>
                    <a:pt x="256444" y="1222986"/>
                  </a:cubicBezTo>
                  <a:cubicBezTo>
                    <a:pt x="269545" y="1229594"/>
                    <a:pt x="277862" y="1245999"/>
                    <a:pt x="285837" y="1261265"/>
                  </a:cubicBezTo>
                  <a:cubicBezTo>
                    <a:pt x="272280" y="1261835"/>
                    <a:pt x="251659" y="1254202"/>
                    <a:pt x="232861" y="1245430"/>
                  </a:cubicBezTo>
                  <a:close/>
                  <a:moveTo>
                    <a:pt x="335509" y="1268557"/>
                  </a:moveTo>
                  <a:cubicBezTo>
                    <a:pt x="333344" y="1273911"/>
                    <a:pt x="313407" y="1251240"/>
                    <a:pt x="285495" y="1227771"/>
                  </a:cubicBezTo>
                  <a:cubicBezTo>
                    <a:pt x="274558" y="1218543"/>
                    <a:pt x="266697" y="1208290"/>
                    <a:pt x="261229" y="1199176"/>
                  </a:cubicBezTo>
                  <a:cubicBezTo>
                    <a:pt x="264305" y="1196898"/>
                    <a:pt x="266128" y="1194049"/>
                    <a:pt x="263507" y="1191315"/>
                  </a:cubicBezTo>
                  <a:cubicBezTo>
                    <a:pt x="262254" y="1189948"/>
                    <a:pt x="261457" y="1190176"/>
                    <a:pt x="260773" y="1189265"/>
                  </a:cubicBezTo>
                  <a:cubicBezTo>
                    <a:pt x="260773" y="1189265"/>
                    <a:pt x="260773" y="1189265"/>
                    <a:pt x="260773" y="1189265"/>
                  </a:cubicBezTo>
                  <a:cubicBezTo>
                    <a:pt x="260545" y="1189037"/>
                    <a:pt x="260317" y="1188581"/>
                    <a:pt x="260203" y="1187897"/>
                  </a:cubicBezTo>
                  <a:cubicBezTo>
                    <a:pt x="259634" y="1186075"/>
                    <a:pt x="262938" y="1184594"/>
                    <a:pt x="264191" y="1183340"/>
                  </a:cubicBezTo>
                  <a:cubicBezTo>
                    <a:pt x="264760" y="1182771"/>
                    <a:pt x="265216" y="1182201"/>
                    <a:pt x="265444" y="1181518"/>
                  </a:cubicBezTo>
                  <a:cubicBezTo>
                    <a:pt x="266469" y="1180720"/>
                    <a:pt x="267267" y="1179923"/>
                    <a:pt x="267836" y="1178670"/>
                  </a:cubicBezTo>
                  <a:cubicBezTo>
                    <a:pt x="269659" y="1178670"/>
                    <a:pt x="271254" y="1178214"/>
                    <a:pt x="272735" y="1177302"/>
                  </a:cubicBezTo>
                  <a:cubicBezTo>
                    <a:pt x="272963" y="1177302"/>
                    <a:pt x="273191" y="1177302"/>
                    <a:pt x="273419" y="1177075"/>
                  </a:cubicBezTo>
                  <a:cubicBezTo>
                    <a:pt x="278090" y="1179581"/>
                    <a:pt x="285837" y="1177530"/>
                    <a:pt x="289482" y="1175024"/>
                  </a:cubicBezTo>
                  <a:cubicBezTo>
                    <a:pt x="291191" y="1173885"/>
                    <a:pt x="292672" y="1171834"/>
                    <a:pt x="292558" y="1169897"/>
                  </a:cubicBezTo>
                  <a:cubicBezTo>
                    <a:pt x="294609" y="1168644"/>
                    <a:pt x="296090" y="1166821"/>
                    <a:pt x="295748" y="1164315"/>
                  </a:cubicBezTo>
                  <a:cubicBezTo>
                    <a:pt x="298938" y="1162492"/>
                    <a:pt x="301786" y="1160214"/>
                    <a:pt x="302128" y="1156340"/>
                  </a:cubicBezTo>
                  <a:cubicBezTo>
                    <a:pt x="302128" y="1153492"/>
                    <a:pt x="300078" y="1152011"/>
                    <a:pt x="297571" y="1151100"/>
                  </a:cubicBezTo>
                  <a:cubicBezTo>
                    <a:pt x="298255" y="1150302"/>
                    <a:pt x="298938" y="1149391"/>
                    <a:pt x="299508" y="1148365"/>
                  </a:cubicBezTo>
                  <a:cubicBezTo>
                    <a:pt x="305204" y="1145745"/>
                    <a:pt x="313749" y="1139935"/>
                    <a:pt x="308736" y="1135378"/>
                  </a:cubicBezTo>
                  <a:cubicBezTo>
                    <a:pt x="307711" y="1134467"/>
                    <a:pt x="307027" y="1134353"/>
                    <a:pt x="306457" y="1134125"/>
                  </a:cubicBezTo>
                  <a:cubicBezTo>
                    <a:pt x="306457" y="1133897"/>
                    <a:pt x="306343" y="1133783"/>
                    <a:pt x="306230" y="1133555"/>
                  </a:cubicBezTo>
                  <a:lnTo>
                    <a:pt x="306230" y="1133555"/>
                  </a:lnTo>
                  <a:cubicBezTo>
                    <a:pt x="306230" y="1133555"/>
                    <a:pt x="305774" y="1132416"/>
                    <a:pt x="305432" y="1131846"/>
                  </a:cubicBezTo>
                  <a:cubicBezTo>
                    <a:pt x="306116" y="1130935"/>
                    <a:pt x="306685" y="1130024"/>
                    <a:pt x="307027" y="1128998"/>
                  </a:cubicBezTo>
                  <a:cubicBezTo>
                    <a:pt x="307711" y="1128429"/>
                    <a:pt x="308280" y="1127859"/>
                    <a:pt x="308622" y="1127403"/>
                  </a:cubicBezTo>
                  <a:cubicBezTo>
                    <a:pt x="310559" y="1125011"/>
                    <a:pt x="310559" y="1122504"/>
                    <a:pt x="308964" y="1120340"/>
                  </a:cubicBezTo>
                  <a:cubicBezTo>
                    <a:pt x="310103" y="1118289"/>
                    <a:pt x="311242" y="1115441"/>
                    <a:pt x="311584" y="1112707"/>
                  </a:cubicBezTo>
                  <a:cubicBezTo>
                    <a:pt x="325825" y="1146998"/>
                    <a:pt x="332888" y="1175480"/>
                    <a:pt x="333230" y="1208746"/>
                  </a:cubicBezTo>
                  <a:cubicBezTo>
                    <a:pt x="333572" y="1233809"/>
                    <a:pt x="337673" y="1262974"/>
                    <a:pt x="335509" y="1268329"/>
                  </a:cubicBezTo>
                  <a:close/>
                  <a:moveTo>
                    <a:pt x="362053" y="1184252"/>
                  </a:moveTo>
                  <a:cubicBezTo>
                    <a:pt x="355104" y="1183568"/>
                    <a:pt x="322863" y="1110315"/>
                    <a:pt x="313407" y="1079555"/>
                  </a:cubicBezTo>
                  <a:cubicBezTo>
                    <a:pt x="313065" y="1078301"/>
                    <a:pt x="312609" y="1076934"/>
                    <a:pt x="312268" y="1075567"/>
                  </a:cubicBezTo>
                  <a:cubicBezTo>
                    <a:pt x="312837" y="1075339"/>
                    <a:pt x="313407" y="1075226"/>
                    <a:pt x="313863" y="1074884"/>
                  </a:cubicBezTo>
                  <a:cubicBezTo>
                    <a:pt x="317166" y="1072605"/>
                    <a:pt x="316939" y="1068960"/>
                    <a:pt x="315913" y="1065428"/>
                  </a:cubicBezTo>
                  <a:cubicBezTo>
                    <a:pt x="317508" y="1065428"/>
                    <a:pt x="318989" y="1065542"/>
                    <a:pt x="320698" y="1065428"/>
                  </a:cubicBezTo>
                  <a:cubicBezTo>
                    <a:pt x="325255" y="1067934"/>
                    <a:pt x="331863" y="1070555"/>
                    <a:pt x="336762" y="1070441"/>
                  </a:cubicBezTo>
                  <a:cubicBezTo>
                    <a:pt x="337901" y="1078074"/>
                    <a:pt x="343711" y="1085593"/>
                    <a:pt x="351230" y="1086846"/>
                  </a:cubicBezTo>
                  <a:cubicBezTo>
                    <a:pt x="351914" y="1086960"/>
                    <a:pt x="352597" y="1086960"/>
                    <a:pt x="353281" y="1087074"/>
                  </a:cubicBezTo>
                  <a:cubicBezTo>
                    <a:pt x="353509" y="1088669"/>
                    <a:pt x="353737" y="1090150"/>
                    <a:pt x="353965" y="1091745"/>
                  </a:cubicBezTo>
                  <a:cubicBezTo>
                    <a:pt x="357610" y="1118859"/>
                    <a:pt x="369003" y="1185163"/>
                    <a:pt x="362053" y="1184366"/>
                  </a:cubicBezTo>
                  <a:close/>
                  <a:moveTo>
                    <a:pt x="391902" y="1139365"/>
                  </a:moveTo>
                  <a:cubicBezTo>
                    <a:pt x="390535" y="1150644"/>
                    <a:pt x="387459" y="1171150"/>
                    <a:pt x="382446" y="1172973"/>
                  </a:cubicBezTo>
                  <a:cubicBezTo>
                    <a:pt x="377547" y="1174796"/>
                    <a:pt x="374927" y="1163403"/>
                    <a:pt x="369459" y="1116580"/>
                  </a:cubicBezTo>
                  <a:cubicBezTo>
                    <a:pt x="368433" y="1107466"/>
                    <a:pt x="366724" y="1096643"/>
                    <a:pt x="364560" y="1085023"/>
                  </a:cubicBezTo>
                  <a:cubicBezTo>
                    <a:pt x="369572" y="1082972"/>
                    <a:pt x="374129" y="1079669"/>
                    <a:pt x="376864" y="1075339"/>
                  </a:cubicBezTo>
                  <a:cubicBezTo>
                    <a:pt x="377661" y="1075567"/>
                    <a:pt x="378459" y="1075795"/>
                    <a:pt x="379370" y="1075909"/>
                  </a:cubicBezTo>
                  <a:cubicBezTo>
                    <a:pt x="383585" y="1078871"/>
                    <a:pt x="388484" y="1080124"/>
                    <a:pt x="392016" y="1076593"/>
                  </a:cubicBezTo>
                  <a:cubicBezTo>
                    <a:pt x="395092" y="1077960"/>
                    <a:pt x="398282" y="1078871"/>
                    <a:pt x="401472" y="1078643"/>
                  </a:cubicBezTo>
                  <a:cubicBezTo>
                    <a:pt x="402725" y="1083998"/>
                    <a:pt x="402725" y="1088555"/>
                    <a:pt x="402155" y="1093909"/>
                  </a:cubicBezTo>
                  <a:cubicBezTo>
                    <a:pt x="400788" y="1106669"/>
                    <a:pt x="393155" y="1128087"/>
                    <a:pt x="391902" y="1139365"/>
                  </a:cubicBezTo>
                  <a:close/>
                  <a:moveTo>
                    <a:pt x="453308" y="1326316"/>
                  </a:moveTo>
                  <a:cubicBezTo>
                    <a:pt x="450460" y="1329962"/>
                    <a:pt x="447954" y="1333038"/>
                    <a:pt x="446131" y="1334861"/>
                  </a:cubicBezTo>
                  <a:cubicBezTo>
                    <a:pt x="436675" y="1344431"/>
                    <a:pt x="425738" y="1360494"/>
                    <a:pt x="419586" y="1368810"/>
                  </a:cubicBezTo>
                  <a:cubicBezTo>
                    <a:pt x="413548" y="1377127"/>
                    <a:pt x="408877" y="1373823"/>
                    <a:pt x="409447" y="1357418"/>
                  </a:cubicBezTo>
                  <a:cubicBezTo>
                    <a:pt x="409902" y="1341013"/>
                    <a:pt x="404890" y="1313329"/>
                    <a:pt x="407966" y="1296354"/>
                  </a:cubicBezTo>
                  <a:cubicBezTo>
                    <a:pt x="410016" y="1284962"/>
                    <a:pt x="414117" y="1270379"/>
                    <a:pt x="421409" y="1257506"/>
                  </a:cubicBezTo>
                  <a:cubicBezTo>
                    <a:pt x="422434" y="1258531"/>
                    <a:pt x="423459" y="1259329"/>
                    <a:pt x="424485" y="1260126"/>
                  </a:cubicBezTo>
                  <a:cubicBezTo>
                    <a:pt x="424827" y="1261151"/>
                    <a:pt x="425282" y="1261949"/>
                    <a:pt x="425738" y="1262860"/>
                  </a:cubicBezTo>
                  <a:cubicBezTo>
                    <a:pt x="423459" y="1263202"/>
                    <a:pt x="421295" y="1264113"/>
                    <a:pt x="420953" y="1266506"/>
                  </a:cubicBezTo>
                  <a:cubicBezTo>
                    <a:pt x="420497" y="1269924"/>
                    <a:pt x="422548" y="1272430"/>
                    <a:pt x="424940" y="1274595"/>
                  </a:cubicBezTo>
                  <a:cubicBezTo>
                    <a:pt x="424143" y="1276645"/>
                    <a:pt x="425054" y="1278468"/>
                    <a:pt x="426649" y="1279949"/>
                  </a:cubicBezTo>
                  <a:cubicBezTo>
                    <a:pt x="426080" y="1281658"/>
                    <a:pt x="427105" y="1283595"/>
                    <a:pt x="428358" y="1284848"/>
                  </a:cubicBezTo>
                  <a:cubicBezTo>
                    <a:pt x="430979" y="1287696"/>
                    <a:pt x="437358" y="1290658"/>
                    <a:pt x="441802" y="1289405"/>
                  </a:cubicBezTo>
                  <a:cubicBezTo>
                    <a:pt x="442029" y="1289519"/>
                    <a:pt x="442257" y="1289633"/>
                    <a:pt x="442371" y="1289747"/>
                  </a:cubicBezTo>
                  <a:cubicBezTo>
                    <a:pt x="443510" y="1290658"/>
                    <a:pt x="444764" y="1291342"/>
                    <a:pt x="446245" y="1291683"/>
                  </a:cubicBezTo>
                  <a:cubicBezTo>
                    <a:pt x="446472" y="1292822"/>
                    <a:pt x="447042" y="1293620"/>
                    <a:pt x="447726" y="1294531"/>
                  </a:cubicBezTo>
                  <a:cubicBezTo>
                    <a:pt x="447840" y="1295101"/>
                    <a:pt x="448181" y="1295671"/>
                    <a:pt x="448523" y="1296240"/>
                  </a:cubicBezTo>
                  <a:cubicBezTo>
                    <a:pt x="449321" y="1297493"/>
                    <a:pt x="451941" y="1299316"/>
                    <a:pt x="451143" y="1300797"/>
                  </a:cubicBezTo>
                  <a:cubicBezTo>
                    <a:pt x="450118" y="1302848"/>
                    <a:pt x="449548" y="1301823"/>
                    <a:pt x="447726" y="1303076"/>
                  </a:cubicBezTo>
                  <a:cubicBezTo>
                    <a:pt x="442941" y="1306494"/>
                    <a:pt x="449776" y="1312418"/>
                    <a:pt x="454675" y="1315152"/>
                  </a:cubicBezTo>
                  <a:cubicBezTo>
                    <a:pt x="455017" y="1316063"/>
                    <a:pt x="455587" y="1316861"/>
                    <a:pt x="456156" y="1317658"/>
                  </a:cubicBezTo>
                  <a:cubicBezTo>
                    <a:pt x="453878" y="1318228"/>
                    <a:pt x="451827" y="1319367"/>
                    <a:pt x="451713" y="1321760"/>
                  </a:cubicBezTo>
                  <a:cubicBezTo>
                    <a:pt x="451713" y="1323582"/>
                    <a:pt x="452169" y="1324949"/>
                    <a:pt x="453194" y="1326203"/>
                  </a:cubicBezTo>
                  <a:close/>
                  <a:moveTo>
                    <a:pt x="461055" y="1340557"/>
                  </a:moveTo>
                  <a:cubicBezTo>
                    <a:pt x="461055" y="1340557"/>
                    <a:pt x="460485" y="1340557"/>
                    <a:pt x="460371" y="1340557"/>
                  </a:cubicBezTo>
                  <a:cubicBezTo>
                    <a:pt x="459574" y="1340557"/>
                    <a:pt x="460030" y="1338848"/>
                    <a:pt x="461283" y="1336114"/>
                  </a:cubicBezTo>
                  <a:cubicBezTo>
                    <a:pt x="461625" y="1336456"/>
                    <a:pt x="461853" y="1336798"/>
                    <a:pt x="462194" y="1337025"/>
                  </a:cubicBezTo>
                  <a:cubicBezTo>
                    <a:pt x="461625" y="1338051"/>
                    <a:pt x="461397" y="1339304"/>
                    <a:pt x="461055" y="1340557"/>
                  </a:cubicBezTo>
                  <a:close/>
                  <a:moveTo>
                    <a:pt x="449435" y="1200657"/>
                  </a:moveTo>
                  <a:cubicBezTo>
                    <a:pt x="444536" y="1207948"/>
                    <a:pt x="436219" y="1216493"/>
                    <a:pt x="428130" y="1223556"/>
                  </a:cubicBezTo>
                  <a:cubicBezTo>
                    <a:pt x="427105" y="1222531"/>
                    <a:pt x="425738" y="1221961"/>
                    <a:pt x="423915" y="1222531"/>
                  </a:cubicBezTo>
                  <a:cubicBezTo>
                    <a:pt x="420725" y="1223442"/>
                    <a:pt x="420156" y="1226746"/>
                    <a:pt x="420497" y="1230050"/>
                  </a:cubicBezTo>
                  <a:cubicBezTo>
                    <a:pt x="414573" y="1234721"/>
                    <a:pt x="409447" y="1238024"/>
                    <a:pt x="407054" y="1238708"/>
                  </a:cubicBezTo>
                  <a:cubicBezTo>
                    <a:pt x="400446" y="1240531"/>
                    <a:pt x="402383" y="1221505"/>
                    <a:pt x="403295" y="1190062"/>
                  </a:cubicBezTo>
                  <a:cubicBezTo>
                    <a:pt x="404206" y="1158619"/>
                    <a:pt x="409788" y="1122732"/>
                    <a:pt x="423915" y="1090947"/>
                  </a:cubicBezTo>
                  <a:cubicBezTo>
                    <a:pt x="426763" y="1084340"/>
                    <a:pt x="429498" y="1078074"/>
                    <a:pt x="432118" y="1071922"/>
                  </a:cubicBezTo>
                  <a:cubicBezTo>
                    <a:pt x="434055" y="1071238"/>
                    <a:pt x="435422" y="1069757"/>
                    <a:pt x="435649" y="1067023"/>
                  </a:cubicBezTo>
                  <a:cubicBezTo>
                    <a:pt x="435649" y="1065656"/>
                    <a:pt x="435536" y="1064858"/>
                    <a:pt x="435308" y="1064175"/>
                  </a:cubicBezTo>
                  <a:cubicBezTo>
                    <a:pt x="435991" y="1062580"/>
                    <a:pt x="436561" y="1061099"/>
                    <a:pt x="437244" y="1059504"/>
                  </a:cubicBezTo>
                  <a:cubicBezTo>
                    <a:pt x="439295" y="1058934"/>
                    <a:pt x="442599" y="1060187"/>
                    <a:pt x="444536" y="1060301"/>
                  </a:cubicBezTo>
                  <a:cubicBezTo>
                    <a:pt x="445561" y="1060301"/>
                    <a:pt x="446586" y="1060301"/>
                    <a:pt x="447384" y="1059960"/>
                  </a:cubicBezTo>
                  <a:cubicBezTo>
                    <a:pt x="449207" y="1060301"/>
                    <a:pt x="451030" y="1060301"/>
                    <a:pt x="452738" y="1059732"/>
                  </a:cubicBezTo>
                  <a:cubicBezTo>
                    <a:pt x="454903" y="1062010"/>
                    <a:pt x="457523" y="1063377"/>
                    <a:pt x="460485" y="1063947"/>
                  </a:cubicBezTo>
                  <a:cubicBezTo>
                    <a:pt x="460371" y="1064403"/>
                    <a:pt x="460258" y="1064972"/>
                    <a:pt x="460371" y="1065656"/>
                  </a:cubicBezTo>
                  <a:cubicBezTo>
                    <a:pt x="460941" y="1069643"/>
                    <a:pt x="464017" y="1071580"/>
                    <a:pt x="467435" y="1073061"/>
                  </a:cubicBezTo>
                  <a:cubicBezTo>
                    <a:pt x="467207" y="1077504"/>
                    <a:pt x="471764" y="1079669"/>
                    <a:pt x="476549" y="1079782"/>
                  </a:cubicBezTo>
                  <a:cubicBezTo>
                    <a:pt x="477233" y="1081377"/>
                    <a:pt x="478827" y="1082517"/>
                    <a:pt x="481334" y="1082859"/>
                  </a:cubicBezTo>
                  <a:cubicBezTo>
                    <a:pt x="483271" y="1083086"/>
                    <a:pt x="485093" y="1082517"/>
                    <a:pt x="486802" y="1081719"/>
                  </a:cubicBezTo>
                  <a:cubicBezTo>
                    <a:pt x="484296" y="1107808"/>
                    <a:pt x="478827" y="1134580"/>
                    <a:pt x="475865" y="1146771"/>
                  </a:cubicBezTo>
                  <a:cubicBezTo>
                    <a:pt x="472562" y="1160441"/>
                    <a:pt x="467207" y="1173999"/>
                    <a:pt x="449321" y="1200429"/>
                  </a:cubicBezTo>
                  <a:close/>
                  <a:moveTo>
                    <a:pt x="491473" y="1357646"/>
                  </a:moveTo>
                  <a:cubicBezTo>
                    <a:pt x="491473" y="1357646"/>
                    <a:pt x="491473" y="1357646"/>
                    <a:pt x="491587" y="1357646"/>
                  </a:cubicBezTo>
                  <a:cubicBezTo>
                    <a:pt x="491587" y="1357646"/>
                    <a:pt x="491587" y="1357646"/>
                    <a:pt x="491587" y="1357646"/>
                  </a:cubicBezTo>
                  <a:cubicBezTo>
                    <a:pt x="491587" y="1357646"/>
                    <a:pt x="491473" y="1357646"/>
                    <a:pt x="491359" y="1357646"/>
                  </a:cubicBezTo>
                  <a:close/>
                  <a:moveTo>
                    <a:pt x="573272" y="1189378"/>
                  </a:moveTo>
                  <a:cubicBezTo>
                    <a:pt x="571677" y="1189948"/>
                    <a:pt x="569627" y="1190518"/>
                    <a:pt x="567804" y="1191315"/>
                  </a:cubicBezTo>
                  <a:cubicBezTo>
                    <a:pt x="567234" y="1190746"/>
                    <a:pt x="566551" y="1190290"/>
                    <a:pt x="565867" y="1189834"/>
                  </a:cubicBezTo>
                  <a:cubicBezTo>
                    <a:pt x="565183" y="1188695"/>
                    <a:pt x="564386" y="1187556"/>
                    <a:pt x="563475" y="1186530"/>
                  </a:cubicBezTo>
                  <a:cubicBezTo>
                    <a:pt x="560626" y="1183568"/>
                    <a:pt x="556069" y="1180265"/>
                    <a:pt x="551968" y="1179809"/>
                  </a:cubicBezTo>
                  <a:cubicBezTo>
                    <a:pt x="548778" y="1179467"/>
                    <a:pt x="546044" y="1183454"/>
                    <a:pt x="545360" y="1186189"/>
                  </a:cubicBezTo>
                  <a:cubicBezTo>
                    <a:pt x="545019" y="1186189"/>
                    <a:pt x="544905" y="1186189"/>
                    <a:pt x="544677" y="1186416"/>
                  </a:cubicBezTo>
                  <a:cubicBezTo>
                    <a:pt x="543537" y="1186758"/>
                    <a:pt x="542626" y="1187328"/>
                    <a:pt x="541601" y="1187897"/>
                  </a:cubicBezTo>
                  <a:cubicBezTo>
                    <a:pt x="541601" y="1187897"/>
                    <a:pt x="541487" y="1187897"/>
                    <a:pt x="541373" y="1188125"/>
                  </a:cubicBezTo>
                  <a:cubicBezTo>
                    <a:pt x="540803" y="1187442"/>
                    <a:pt x="540348" y="1186758"/>
                    <a:pt x="539664" y="1186303"/>
                  </a:cubicBezTo>
                  <a:cubicBezTo>
                    <a:pt x="538525" y="1185619"/>
                    <a:pt x="537499" y="1185049"/>
                    <a:pt x="536246" y="1184935"/>
                  </a:cubicBezTo>
                  <a:cubicBezTo>
                    <a:pt x="534537" y="1184821"/>
                    <a:pt x="532828" y="1185277"/>
                    <a:pt x="531120" y="1186075"/>
                  </a:cubicBezTo>
                  <a:cubicBezTo>
                    <a:pt x="530322" y="1185391"/>
                    <a:pt x="529525" y="1184594"/>
                    <a:pt x="528385" y="1184138"/>
                  </a:cubicBezTo>
                  <a:cubicBezTo>
                    <a:pt x="526107" y="1183227"/>
                    <a:pt x="523714" y="1184138"/>
                    <a:pt x="521892" y="1185505"/>
                  </a:cubicBezTo>
                  <a:cubicBezTo>
                    <a:pt x="520866" y="1186303"/>
                    <a:pt x="517904" y="1184935"/>
                    <a:pt x="516423" y="1185163"/>
                  </a:cubicBezTo>
                  <a:cubicBezTo>
                    <a:pt x="514258" y="1185391"/>
                    <a:pt x="513005" y="1186872"/>
                    <a:pt x="512094" y="1188809"/>
                  </a:cubicBezTo>
                  <a:cubicBezTo>
                    <a:pt x="512094" y="1189037"/>
                    <a:pt x="511980" y="1189265"/>
                    <a:pt x="511866" y="1189606"/>
                  </a:cubicBezTo>
                  <a:lnTo>
                    <a:pt x="511866" y="1190062"/>
                  </a:lnTo>
                  <a:lnTo>
                    <a:pt x="511866" y="1190062"/>
                  </a:lnTo>
                  <a:lnTo>
                    <a:pt x="511866" y="1190404"/>
                  </a:lnTo>
                  <a:cubicBezTo>
                    <a:pt x="511866" y="1190404"/>
                    <a:pt x="511866" y="1190632"/>
                    <a:pt x="511980" y="1190859"/>
                  </a:cubicBezTo>
                  <a:cubicBezTo>
                    <a:pt x="512208" y="1191885"/>
                    <a:pt x="512777" y="1193024"/>
                    <a:pt x="513233" y="1193822"/>
                  </a:cubicBezTo>
                  <a:cubicBezTo>
                    <a:pt x="514600" y="1196214"/>
                    <a:pt x="515170" y="1196670"/>
                    <a:pt x="512550" y="1196214"/>
                  </a:cubicBezTo>
                  <a:cubicBezTo>
                    <a:pt x="510043" y="1195758"/>
                    <a:pt x="507765" y="1196214"/>
                    <a:pt x="506284" y="1197581"/>
                  </a:cubicBezTo>
                  <a:cubicBezTo>
                    <a:pt x="505942" y="1197467"/>
                    <a:pt x="505486" y="1197353"/>
                    <a:pt x="505030" y="1197239"/>
                  </a:cubicBezTo>
                  <a:lnTo>
                    <a:pt x="505030" y="1197239"/>
                  </a:lnTo>
                  <a:cubicBezTo>
                    <a:pt x="505030" y="1197239"/>
                    <a:pt x="504803" y="1197239"/>
                    <a:pt x="504803" y="1197239"/>
                  </a:cubicBezTo>
                  <a:cubicBezTo>
                    <a:pt x="504461" y="1197239"/>
                    <a:pt x="504119" y="1197125"/>
                    <a:pt x="503777" y="1197125"/>
                  </a:cubicBezTo>
                  <a:cubicBezTo>
                    <a:pt x="503322" y="1197125"/>
                    <a:pt x="502866" y="1197125"/>
                    <a:pt x="502296" y="1197125"/>
                  </a:cubicBezTo>
                  <a:cubicBezTo>
                    <a:pt x="502182" y="1197125"/>
                    <a:pt x="502068" y="1197125"/>
                    <a:pt x="501841" y="1197125"/>
                  </a:cubicBezTo>
                  <a:cubicBezTo>
                    <a:pt x="501271" y="1197125"/>
                    <a:pt x="500587" y="1197353"/>
                    <a:pt x="500018" y="1197695"/>
                  </a:cubicBezTo>
                  <a:cubicBezTo>
                    <a:pt x="500018" y="1197695"/>
                    <a:pt x="499904" y="1197695"/>
                    <a:pt x="499904" y="1197695"/>
                  </a:cubicBezTo>
                  <a:cubicBezTo>
                    <a:pt x="499220" y="1198037"/>
                    <a:pt x="498651" y="1198492"/>
                    <a:pt x="498195" y="1199062"/>
                  </a:cubicBezTo>
                  <a:cubicBezTo>
                    <a:pt x="497739" y="1199746"/>
                    <a:pt x="497511" y="1200543"/>
                    <a:pt x="497397" y="1201455"/>
                  </a:cubicBezTo>
                  <a:cubicBezTo>
                    <a:pt x="497170" y="1202252"/>
                    <a:pt x="494891" y="1202024"/>
                    <a:pt x="494094" y="1202024"/>
                  </a:cubicBezTo>
                  <a:cubicBezTo>
                    <a:pt x="491701" y="1202366"/>
                    <a:pt x="489992" y="1203847"/>
                    <a:pt x="488967" y="1206012"/>
                  </a:cubicBezTo>
                  <a:cubicBezTo>
                    <a:pt x="487828" y="1208404"/>
                    <a:pt x="488967" y="1211252"/>
                    <a:pt x="490676" y="1213417"/>
                  </a:cubicBezTo>
                  <a:cubicBezTo>
                    <a:pt x="490220" y="1213531"/>
                    <a:pt x="489764" y="1213417"/>
                    <a:pt x="489423" y="1213759"/>
                  </a:cubicBezTo>
                  <a:cubicBezTo>
                    <a:pt x="489081" y="1213531"/>
                    <a:pt x="488625" y="1213417"/>
                    <a:pt x="488283" y="1213189"/>
                  </a:cubicBezTo>
                  <a:lnTo>
                    <a:pt x="488283" y="1213189"/>
                  </a:lnTo>
                  <a:cubicBezTo>
                    <a:pt x="488283" y="1213189"/>
                    <a:pt x="487942" y="1213075"/>
                    <a:pt x="487828" y="1212961"/>
                  </a:cubicBezTo>
                  <a:cubicBezTo>
                    <a:pt x="487600" y="1212961"/>
                    <a:pt x="487372" y="1212733"/>
                    <a:pt x="487144" y="1212733"/>
                  </a:cubicBezTo>
                  <a:cubicBezTo>
                    <a:pt x="486688" y="1212619"/>
                    <a:pt x="486233" y="1212505"/>
                    <a:pt x="485663" y="1212391"/>
                  </a:cubicBezTo>
                  <a:cubicBezTo>
                    <a:pt x="485435" y="1212391"/>
                    <a:pt x="485321" y="1212391"/>
                    <a:pt x="485093" y="1212391"/>
                  </a:cubicBezTo>
                  <a:cubicBezTo>
                    <a:pt x="484638" y="1212391"/>
                    <a:pt x="484182" y="1212391"/>
                    <a:pt x="483726" y="1212505"/>
                  </a:cubicBezTo>
                  <a:cubicBezTo>
                    <a:pt x="483498" y="1212505"/>
                    <a:pt x="483271" y="1212505"/>
                    <a:pt x="483043" y="1212505"/>
                  </a:cubicBezTo>
                  <a:cubicBezTo>
                    <a:pt x="483043" y="1212505"/>
                    <a:pt x="483043" y="1212505"/>
                    <a:pt x="483043" y="1212505"/>
                  </a:cubicBezTo>
                  <a:cubicBezTo>
                    <a:pt x="482815" y="1212505"/>
                    <a:pt x="482701" y="1212277"/>
                    <a:pt x="482473" y="1212277"/>
                  </a:cubicBezTo>
                  <a:cubicBezTo>
                    <a:pt x="480992" y="1211936"/>
                    <a:pt x="479853" y="1212163"/>
                    <a:pt x="478486" y="1212619"/>
                  </a:cubicBezTo>
                  <a:cubicBezTo>
                    <a:pt x="478258" y="1212619"/>
                    <a:pt x="478258" y="1212733"/>
                    <a:pt x="478030" y="1212847"/>
                  </a:cubicBezTo>
                  <a:cubicBezTo>
                    <a:pt x="477119" y="1211480"/>
                    <a:pt x="475979" y="1210341"/>
                    <a:pt x="474043" y="1210227"/>
                  </a:cubicBezTo>
                  <a:cubicBezTo>
                    <a:pt x="472675" y="1207606"/>
                    <a:pt x="470169" y="1205898"/>
                    <a:pt x="467093" y="1205670"/>
                  </a:cubicBezTo>
                  <a:cubicBezTo>
                    <a:pt x="476093" y="1195644"/>
                    <a:pt x="486005" y="1184594"/>
                    <a:pt x="497170" y="1172518"/>
                  </a:cubicBezTo>
                  <a:cubicBezTo>
                    <a:pt x="510841" y="1157935"/>
                    <a:pt x="521778" y="1149391"/>
                    <a:pt x="531575" y="1142897"/>
                  </a:cubicBezTo>
                  <a:cubicBezTo>
                    <a:pt x="532942" y="1145176"/>
                    <a:pt x="534537" y="1147112"/>
                    <a:pt x="536474" y="1148479"/>
                  </a:cubicBezTo>
                  <a:cubicBezTo>
                    <a:pt x="540234" y="1150872"/>
                    <a:pt x="545246" y="1150530"/>
                    <a:pt x="549234" y="1148593"/>
                  </a:cubicBezTo>
                  <a:cubicBezTo>
                    <a:pt x="549348" y="1149049"/>
                    <a:pt x="549576" y="1149391"/>
                    <a:pt x="549689" y="1149847"/>
                  </a:cubicBezTo>
                  <a:cubicBezTo>
                    <a:pt x="550373" y="1151555"/>
                    <a:pt x="552082" y="1152353"/>
                    <a:pt x="552310" y="1154403"/>
                  </a:cubicBezTo>
                  <a:cubicBezTo>
                    <a:pt x="552652" y="1156796"/>
                    <a:pt x="552765" y="1158391"/>
                    <a:pt x="554360" y="1160214"/>
                  </a:cubicBezTo>
                  <a:cubicBezTo>
                    <a:pt x="556069" y="1162036"/>
                    <a:pt x="558234" y="1162606"/>
                    <a:pt x="560399" y="1162378"/>
                  </a:cubicBezTo>
                  <a:cubicBezTo>
                    <a:pt x="560399" y="1162492"/>
                    <a:pt x="560626" y="1162606"/>
                    <a:pt x="560626" y="1162720"/>
                  </a:cubicBezTo>
                  <a:cubicBezTo>
                    <a:pt x="559715" y="1169100"/>
                    <a:pt x="562791" y="1176505"/>
                    <a:pt x="567690" y="1179923"/>
                  </a:cubicBezTo>
                  <a:cubicBezTo>
                    <a:pt x="568601" y="1180606"/>
                    <a:pt x="569740" y="1181062"/>
                    <a:pt x="570766" y="1181290"/>
                  </a:cubicBezTo>
                  <a:cubicBezTo>
                    <a:pt x="571563" y="1182201"/>
                    <a:pt x="572589" y="1182885"/>
                    <a:pt x="573500" y="1183682"/>
                  </a:cubicBezTo>
                  <a:cubicBezTo>
                    <a:pt x="575095" y="1184821"/>
                    <a:pt x="576006" y="1186530"/>
                    <a:pt x="577601" y="1187670"/>
                  </a:cubicBezTo>
                  <a:cubicBezTo>
                    <a:pt x="576234" y="1188125"/>
                    <a:pt x="575209" y="1189378"/>
                    <a:pt x="573500" y="1189948"/>
                  </a:cubicBezTo>
                  <a:close/>
                  <a:moveTo>
                    <a:pt x="585462" y="1189378"/>
                  </a:moveTo>
                  <a:cubicBezTo>
                    <a:pt x="585462" y="1189378"/>
                    <a:pt x="584893" y="1189720"/>
                    <a:pt x="584779" y="1189948"/>
                  </a:cubicBezTo>
                  <a:cubicBezTo>
                    <a:pt x="583981" y="1189606"/>
                    <a:pt x="583298" y="1189265"/>
                    <a:pt x="582728" y="1189151"/>
                  </a:cubicBezTo>
                  <a:cubicBezTo>
                    <a:pt x="582386" y="1188809"/>
                    <a:pt x="582044" y="1188581"/>
                    <a:pt x="581817" y="1188353"/>
                  </a:cubicBezTo>
                  <a:cubicBezTo>
                    <a:pt x="582956" y="1188353"/>
                    <a:pt x="584095" y="1188239"/>
                    <a:pt x="585234" y="1187897"/>
                  </a:cubicBezTo>
                  <a:cubicBezTo>
                    <a:pt x="585462" y="1188239"/>
                    <a:pt x="585804" y="1188467"/>
                    <a:pt x="586146" y="1188809"/>
                  </a:cubicBezTo>
                  <a:cubicBezTo>
                    <a:pt x="586032" y="1189037"/>
                    <a:pt x="585804" y="1189151"/>
                    <a:pt x="585576" y="1189378"/>
                  </a:cubicBezTo>
                  <a:close/>
                  <a:moveTo>
                    <a:pt x="610070" y="962781"/>
                  </a:moveTo>
                  <a:cubicBezTo>
                    <a:pt x="610070" y="962781"/>
                    <a:pt x="609729" y="962667"/>
                    <a:pt x="609615" y="962554"/>
                  </a:cubicBezTo>
                  <a:cubicBezTo>
                    <a:pt x="609615" y="962212"/>
                    <a:pt x="609729" y="961984"/>
                    <a:pt x="609729" y="961870"/>
                  </a:cubicBezTo>
                  <a:cubicBezTo>
                    <a:pt x="610070" y="962098"/>
                    <a:pt x="610412" y="962212"/>
                    <a:pt x="610640" y="962440"/>
                  </a:cubicBezTo>
                  <a:cubicBezTo>
                    <a:pt x="610412" y="962554"/>
                    <a:pt x="610184" y="962667"/>
                    <a:pt x="609956" y="962895"/>
                  </a:cubicBezTo>
                  <a:close/>
                  <a:moveTo>
                    <a:pt x="540803" y="1565445"/>
                  </a:moveTo>
                  <a:cubicBezTo>
                    <a:pt x="539892" y="1563053"/>
                    <a:pt x="538980" y="1560661"/>
                    <a:pt x="537955" y="1558382"/>
                  </a:cubicBezTo>
                  <a:cubicBezTo>
                    <a:pt x="538525" y="1558838"/>
                    <a:pt x="539094" y="1559407"/>
                    <a:pt x="539664" y="1559863"/>
                  </a:cubicBezTo>
                  <a:cubicBezTo>
                    <a:pt x="541373" y="1561686"/>
                    <a:pt x="542854" y="1563850"/>
                    <a:pt x="544335" y="1566015"/>
                  </a:cubicBezTo>
                  <a:cubicBezTo>
                    <a:pt x="543196" y="1565673"/>
                    <a:pt x="541943" y="1565559"/>
                    <a:pt x="540803" y="1565331"/>
                  </a:cubicBezTo>
                  <a:close/>
                  <a:moveTo>
                    <a:pt x="557436" y="1545053"/>
                  </a:moveTo>
                  <a:cubicBezTo>
                    <a:pt x="556411" y="1545053"/>
                    <a:pt x="555500" y="1545394"/>
                    <a:pt x="554702" y="1545964"/>
                  </a:cubicBezTo>
                  <a:cubicBezTo>
                    <a:pt x="553449" y="1543800"/>
                    <a:pt x="552082" y="1541521"/>
                    <a:pt x="550373" y="1539584"/>
                  </a:cubicBezTo>
                  <a:cubicBezTo>
                    <a:pt x="552652" y="1541407"/>
                    <a:pt x="555044" y="1543002"/>
                    <a:pt x="557436" y="1544597"/>
                  </a:cubicBezTo>
                  <a:cubicBezTo>
                    <a:pt x="557436" y="1544711"/>
                    <a:pt x="557436" y="1544825"/>
                    <a:pt x="557436" y="1545053"/>
                  </a:cubicBezTo>
                  <a:close/>
                  <a:moveTo>
                    <a:pt x="581703" y="1565331"/>
                  </a:moveTo>
                  <a:cubicBezTo>
                    <a:pt x="581133" y="1564420"/>
                    <a:pt x="580563" y="1563509"/>
                    <a:pt x="579994" y="1562711"/>
                  </a:cubicBezTo>
                  <a:cubicBezTo>
                    <a:pt x="580677" y="1563281"/>
                    <a:pt x="581361" y="1563850"/>
                    <a:pt x="582044" y="1564420"/>
                  </a:cubicBezTo>
                  <a:cubicBezTo>
                    <a:pt x="581817" y="1564762"/>
                    <a:pt x="581817" y="1565104"/>
                    <a:pt x="581703" y="1565331"/>
                  </a:cubicBezTo>
                  <a:close/>
                  <a:moveTo>
                    <a:pt x="658261" y="1525572"/>
                  </a:moveTo>
                  <a:cubicBezTo>
                    <a:pt x="657805" y="1523749"/>
                    <a:pt x="657350" y="1522040"/>
                    <a:pt x="656666" y="1520331"/>
                  </a:cubicBezTo>
                  <a:cubicBezTo>
                    <a:pt x="657236" y="1521129"/>
                    <a:pt x="657805" y="1522040"/>
                    <a:pt x="658261" y="1522951"/>
                  </a:cubicBezTo>
                  <a:cubicBezTo>
                    <a:pt x="658261" y="1523863"/>
                    <a:pt x="658261" y="1524660"/>
                    <a:pt x="658261" y="1525572"/>
                  </a:cubicBezTo>
                  <a:close/>
                  <a:moveTo>
                    <a:pt x="716135" y="854325"/>
                  </a:moveTo>
                  <a:lnTo>
                    <a:pt x="716135" y="854325"/>
                  </a:lnTo>
                  <a:cubicBezTo>
                    <a:pt x="711806" y="851590"/>
                    <a:pt x="707363" y="848970"/>
                    <a:pt x="702578" y="846464"/>
                  </a:cubicBezTo>
                  <a:cubicBezTo>
                    <a:pt x="686515" y="838147"/>
                    <a:pt x="670109" y="831198"/>
                    <a:pt x="654729" y="822995"/>
                  </a:cubicBezTo>
                  <a:cubicBezTo>
                    <a:pt x="654957" y="822654"/>
                    <a:pt x="655185" y="822198"/>
                    <a:pt x="655413" y="821856"/>
                  </a:cubicBezTo>
                  <a:cubicBezTo>
                    <a:pt x="657805" y="820831"/>
                    <a:pt x="660312" y="819122"/>
                    <a:pt x="662818" y="816729"/>
                  </a:cubicBezTo>
                  <a:cubicBezTo>
                    <a:pt x="666008" y="821628"/>
                    <a:pt x="669654" y="826185"/>
                    <a:pt x="674325" y="830286"/>
                  </a:cubicBezTo>
                  <a:cubicBezTo>
                    <a:pt x="677059" y="832679"/>
                    <a:pt x="682299" y="831881"/>
                    <a:pt x="684122" y="828919"/>
                  </a:cubicBezTo>
                  <a:cubicBezTo>
                    <a:pt x="687768" y="823223"/>
                    <a:pt x="689818" y="817527"/>
                    <a:pt x="690730" y="811717"/>
                  </a:cubicBezTo>
                  <a:cubicBezTo>
                    <a:pt x="699388" y="821059"/>
                    <a:pt x="709756" y="828008"/>
                    <a:pt x="721148" y="829831"/>
                  </a:cubicBezTo>
                  <a:cubicBezTo>
                    <a:pt x="722971" y="837350"/>
                    <a:pt x="724794" y="844869"/>
                    <a:pt x="726731" y="852388"/>
                  </a:cubicBezTo>
                  <a:cubicBezTo>
                    <a:pt x="727870" y="856603"/>
                    <a:pt x="729123" y="860704"/>
                    <a:pt x="730604" y="864806"/>
                  </a:cubicBezTo>
                  <a:cubicBezTo>
                    <a:pt x="726047" y="861160"/>
                    <a:pt x="721148" y="857628"/>
                    <a:pt x="716135" y="854439"/>
                  </a:cubicBezTo>
                  <a:close/>
                  <a:moveTo>
                    <a:pt x="811036" y="797932"/>
                  </a:moveTo>
                  <a:cubicBezTo>
                    <a:pt x="809327" y="827552"/>
                    <a:pt x="807390" y="857401"/>
                    <a:pt x="803289" y="886907"/>
                  </a:cubicBezTo>
                  <a:cubicBezTo>
                    <a:pt x="801238" y="902173"/>
                    <a:pt x="797593" y="918123"/>
                    <a:pt x="795542" y="933958"/>
                  </a:cubicBezTo>
                  <a:cubicBezTo>
                    <a:pt x="794516" y="932249"/>
                    <a:pt x="793377" y="930654"/>
                    <a:pt x="792352" y="929060"/>
                  </a:cubicBezTo>
                  <a:cubicBezTo>
                    <a:pt x="792352" y="929060"/>
                    <a:pt x="792352" y="928946"/>
                    <a:pt x="792352" y="928832"/>
                  </a:cubicBezTo>
                  <a:cubicBezTo>
                    <a:pt x="791327" y="927237"/>
                    <a:pt x="790301" y="925756"/>
                    <a:pt x="789276" y="924275"/>
                  </a:cubicBezTo>
                  <a:cubicBezTo>
                    <a:pt x="788137" y="922566"/>
                    <a:pt x="786997" y="920857"/>
                    <a:pt x="785744" y="919148"/>
                  </a:cubicBezTo>
                  <a:cubicBezTo>
                    <a:pt x="784149" y="916984"/>
                    <a:pt x="782554" y="914819"/>
                    <a:pt x="780959" y="912540"/>
                  </a:cubicBezTo>
                  <a:cubicBezTo>
                    <a:pt x="777542" y="907983"/>
                    <a:pt x="774238" y="903540"/>
                    <a:pt x="770820" y="898869"/>
                  </a:cubicBezTo>
                  <a:cubicBezTo>
                    <a:pt x="770478" y="898414"/>
                    <a:pt x="770136" y="897844"/>
                    <a:pt x="769795" y="897388"/>
                  </a:cubicBezTo>
                  <a:cubicBezTo>
                    <a:pt x="766946" y="893401"/>
                    <a:pt x="764098" y="889300"/>
                    <a:pt x="761478" y="885084"/>
                  </a:cubicBezTo>
                  <a:cubicBezTo>
                    <a:pt x="750769" y="867540"/>
                    <a:pt x="742111" y="848514"/>
                    <a:pt x="735389" y="829147"/>
                  </a:cubicBezTo>
                  <a:cubicBezTo>
                    <a:pt x="736300" y="828919"/>
                    <a:pt x="737212" y="828805"/>
                    <a:pt x="738123" y="828577"/>
                  </a:cubicBezTo>
                  <a:cubicBezTo>
                    <a:pt x="741541" y="827552"/>
                    <a:pt x="742566" y="823793"/>
                    <a:pt x="742452" y="820717"/>
                  </a:cubicBezTo>
                  <a:cubicBezTo>
                    <a:pt x="741883" y="804995"/>
                    <a:pt x="731174" y="792349"/>
                    <a:pt x="718414" y="782894"/>
                  </a:cubicBezTo>
                  <a:cubicBezTo>
                    <a:pt x="716477" y="778564"/>
                    <a:pt x="714426" y="774235"/>
                    <a:pt x="712148" y="770134"/>
                  </a:cubicBezTo>
                  <a:lnTo>
                    <a:pt x="711920" y="768311"/>
                  </a:lnTo>
                  <a:cubicBezTo>
                    <a:pt x="711920" y="768311"/>
                    <a:pt x="712604" y="768539"/>
                    <a:pt x="712945" y="768539"/>
                  </a:cubicBezTo>
                  <a:cubicBezTo>
                    <a:pt x="723768" y="782438"/>
                    <a:pt x="737098" y="794628"/>
                    <a:pt x="748263" y="786425"/>
                  </a:cubicBezTo>
                  <a:cubicBezTo>
                    <a:pt x="752478" y="783349"/>
                    <a:pt x="754984" y="779818"/>
                    <a:pt x="756465" y="775944"/>
                  </a:cubicBezTo>
                  <a:cubicBezTo>
                    <a:pt x="763415" y="784147"/>
                    <a:pt x="770934" y="791666"/>
                    <a:pt x="778339" y="797590"/>
                  </a:cubicBezTo>
                  <a:cubicBezTo>
                    <a:pt x="781985" y="800552"/>
                    <a:pt x="787453" y="798501"/>
                    <a:pt x="789276" y="794400"/>
                  </a:cubicBezTo>
                  <a:cubicBezTo>
                    <a:pt x="796567" y="776969"/>
                    <a:pt x="787681" y="756805"/>
                    <a:pt x="774466" y="739716"/>
                  </a:cubicBezTo>
                  <a:cubicBezTo>
                    <a:pt x="776630" y="731627"/>
                    <a:pt x="775947" y="722855"/>
                    <a:pt x="773554" y="714311"/>
                  </a:cubicBezTo>
                  <a:cubicBezTo>
                    <a:pt x="781757" y="713285"/>
                    <a:pt x="790187" y="709754"/>
                    <a:pt x="797137" y="704171"/>
                  </a:cubicBezTo>
                  <a:cubicBezTo>
                    <a:pt x="798504" y="713855"/>
                    <a:pt x="800668" y="723425"/>
                    <a:pt x="803403" y="733450"/>
                  </a:cubicBezTo>
                  <a:cubicBezTo>
                    <a:pt x="804428" y="737096"/>
                    <a:pt x="807846" y="740741"/>
                    <a:pt x="812061" y="739602"/>
                  </a:cubicBezTo>
                  <a:cubicBezTo>
                    <a:pt x="812745" y="739374"/>
                    <a:pt x="813428" y="739032"/>
                    <a:pt x="814112" y="738805"/>
                  </a:cubicBezTo>
                  <a:cubicBezTo>
                    <a:pt x="813200" y="758514"/>
                    <a:pt x="812403" y="778109"/>
                    <a:pt x="811264" y="797818"/>
                  </a:cubicBezTo>
                  <a:close/>
                  <a:moveTo>
                    <a:pt x="828922" y="731855"/>
                  </a:moveTo>
                  <a:cubicBezTo>
                    <a:pt x="828922" y="731855"/>
                    <a:pt x="828922" y="732767"/>
                    <a:pt x="828808" y="733108"/>
                  </a:cubicBezTo>
                  <a:cubicBezTo>
                    <a:pt x="828808" y="732767"/>
                    <a:pt x="828808" y="732311"/>
                    <a:pt x="828808" y="731969"/>
                  </a:cubicBezTo>
                  <a:cubicBezTo>
                    <a:pt x="828808" y="731969"/>
                    <a:pt x="828922" y="731969"/>
                    <a:pt x="829036" y="731855"/>
                  </a:cubicBezTo>
                  <a:close/>
                  <a:moveTo>
                    <a:pt x="839062" y="1562597"/>
                  </a:moveTo>
                  <a:cubicBezTo>
                    <a:pt x="834960" y="1559521"/>
                    <a:pt x="829720" y="1564192"/>
                    <a:pt x="832340" y="1568066"/>
                  </a:cubicBezTo>
                  <a:cubicBezTo>
                    <a:pt x="830517" y="1568066"/>
                    <a:pt x="828694" y="1567952"/>
                    <a:pt x="826872" y="1568066"/>
                  </a:cubicBezTo>
                  <a:cubicBezTo>
                    <a:pt x="825277" y="1567838"/>
                    <a:pt x="823454" y="1567724"/>
                    <a:pt x="821745" y="1567496"/>
                  </a:cubicBezTo>
                  <a:cubicBezTo>
                    <a:pt x="821175" y="1566129"/>
                    <a:pt x="820036" y="1565104"/>
                    <a:pt x="818669" y="1564534"/>
                  </a:cubicBezTo>
                  <a:cubicBezTo>
                    <a:pt x="820150" y="1564078"/>
                    <a:pt x="821631" y="1563623"/>
                    <a:pt x="823226" y="1563509"/>
                  </a:cubicBezTo>
                  <a:cubicBezTo>
                    <a:pt x="824707" y="1563395"/>
                    <a:pt x="824935" y="1561914"/>
                    <a:pt x="824251" y="1560888"/>
                  </a:cubicBezTo>
                  <a:cubicBezTo>
                    <a:pt x="825277" y="1560661"/>
                    <a:pt x="826416" y="1560433"/>
                    <a:pt x="827669" y="1560319"/>
                  </a:cubicBezTo>
                  <a:cubicBezTo>
                    <a:pt x="833251" y="1559749"/>
                    <a:pt x="839062" y="1560319"/>
                    <a:pt x="844530" y="1559066"/>
                  </a:cubicBezTo>
                  <a:cubicBezTo>
                    <a:pt x="844188" y="1559635"/>
                    <a:pt x="843960" y="1560205"/>
                    <a:pt x="843960" y="1560888"/>
                  </a:cubicBezTo>
                  <a:cubicBezTo>
                    <a:pt x="843960" y="1562939"/>
                    <a:pt x="844644" y="1564876"/>
                    <a:pt x="845555" y="1566585"/>
                  </a:cubicBezTo>
                  <a:cubicBezTo>
                    <a:pt x="843277" y="1565217"/>
                    <a:pt x="840998" y="1563964"/>
                    <a:pt x="838948" y="1562369"/>
                  </a:cubicBezTo>
                  <a:close/>
                  <a:moveTo>
                    <a:pt x="841796" y="838261"/>
                  </a:moveTo>
                  <a:cubicBezTo>
                    <a:pt x="839403" y="820831"/>
                    <a:pt x="839175" y="805337"/>
                    <a:pt x="841454" y="788590"/>
                  </a:cubicBezTo>
                  <a:cubicBezTo>
                    <a:pt x="843277" y="789615"/>
                    <a:pt x="845327" y="789843"/>
                    <a:pt x="847492" y="788818"/>
                  </a:cubicBezTo>
                  <a:cubicBezTo>
                    <a:pt x="854214" y="785628"/>
                    <a:pt x="860024" y="781299"/>
                    <a:pt x="864923" y="776400"/>
                  </a:cubicBezTo>
                  <a:cubicBezTo>
                    <a:pt x="872442" y="789729"/>
                    <a:pt x="884518" y="800666"/>
                    <a:pt x="897961" y="806932"/>
                  </a:cubicBezTo>
                  <a:cubicBezTo>
                    <a:pt x="897506" y="808185"/>
                    <a:pt x="897050" y="809438"/>
                    <a:pt x="896708" y="810805"/>
                  </a:cubicBezTo>
                  <a:cubicBezTo>
                    <a:pt x="895227" y="815590"/>
                    <a:pt x="893974" y="820261"/>
                    <a:pt x="892721" y="825046"/>
                  </a:cubicBezTo>
                  <a:cubicBezTo>
                    <a:pt x="883037" y="848173"/>
                    <a:pt x="873125" y="874034"/>
                    <a:pt x="853074" y="884971"/>
                  </a:cubicBezTo>
                  <a:cubicBezTo>
                    <a:pt x="844872" y="871869"/>
                    <a:pt x="843619" y="852274"/>
                    <a:pt x="841682" y="838261"/>
                  </a:cubicBezTo>
                  <a:close/>
                  <a:moveTo>
                    <a:pt x="863784" y="1557926"/>
                  </a:moveTo>
                  <a:cubicBezTo>
                    <a:pt x="861163" y="1556787"/>
                    <a:pt x="858543" y="1555762"/>
                    <a:pt x="855695" y="1555306"/>
                  </a:cubicBezTo>
                  <a:cubicBezTo>
                    <a:pt x="853188" y="1554964"/>
                    <a:pt x="851479" y="1556901"/>
                    <a:pt x="851366" y="1558952"/>
                  </a:cubicBezTo>
                  <a:cubicBezTo>
                    <a:pt x="851366" y="1558952"/>
                    <a:pt x="851366" y="1558952"/>
                    <a:pt x="851366" y="1558952"/>
                  </a:cubicBezTo>
                  <a:cubicBezTo>
                    <a:pt x="850796" y="1557698"/>
                    <a:pt x="849771" y="1557357"/>
                    <a:pt x="848631" y="1557243"/>
                  </a:cubicBezTo>
                  <a:cubicBezTo>
                    <a:pt x="849201" y="1556445"/>
                    <a:pt x="849543" y="1555420"/>
                    <a:pt x="849429" y="1554508"/>
                  </a:cubicBezTo>
                  <a:cubicBezTo>
                    <a:pt x="852961" y="1553939"/>
                    <a:pt x="856378" y="1553483"/>
                    <a:pt x="859796" y="1552914"/>
                  </a:cubicBezTo>
                  <a:cubicBezTo>
                    <a:pt x="861277" y="1554281"/>
                    <a:pt x="863100" y="1555420"/>
                    <a:pt x="865037" y="1556445"/>
                  </a:cubicBezTo>
                  <a:cubicBezTo>
                    <a:pt x="864467" y="1556787"/>
                    <a:pt x="864011" y="1557357"/>
                    <a:pt x="863670" y="1558040"/>
                  </a:cubicBezTo>
                  <a:close/>
                  <a:moveTo>
                    <a:pt x="903885" y="1570458"/>
                  </a:moveTo>
                  <a:cubicBezTo>
                    <a:pt x="904455" y="1570230"/>
                    <a:pt x="905025" y="1569661"/>
                    <a:pt x="904911" y="1568977"/>
                  </a:cubicBezTo>
                  <a:cubicBezTo>
                    <a:pt x="905139" y="1569319"/>
                    <a:pt x="905367" y="1569547"/>
                    <a:pt x="905594" y="1569888"/>
                  </a:cubicBezTo>
                  <a:cubicBezTo>
                    <a:pt x="906050" y="1570914"/>
                    <a:pt x="906278" y="1571939"/>
                    <a:pt x="906734" y="1573078"/>
                  </a:cubicBezTo>
                  <a:cubicBezTo>
                    <a:pt x="905822" y="1572167"/>
                    <a:pt x="904797" y="1571370"/>
                    <a:pt x="903885" y="1570458"/>
                  </a:cubicBezTo>
                  <a:close/>
                  <a:moveTo>
                    <a:pt x="1059508" y="1571256"/>
                  </a:moveTo>
                  <a:cubicBezTo>
                    <a:pt x="1058825" y="1571483"/>
                    <a:pt x="1058027" y="1571597"/>
                    <a:pt x="1057344" y="1571825"/>
                  </a:cubicBezTo>
                  <a:cubicBezTo>
                    <a:pt x="1058597" y="1571028"/>
                    <a:pt x="1059622" y="1569775"/>
                    <a:pt x="1060876" y="1568863"/>
                  </a:cubicBezTo>
                  <a:cubicBezTo>
                    <a:pt x="1060192" y="1569547"/>
                    <a:pt x="1059736" y="1570230"/>
                    <a:pt x="1059622" y="1571142"/>
                  </a:cubicBezTo>
                  <a:close/>
                  <a:moveTo>
                    <a:pt x="1062926" y="1567154"/>
                  </a:moveTo>
                  <a:cubicBezTo>
                    <a:pt x="1062926" y="1567154"/>
                    <a:pt x="1063268" y="1566926"/>
                    <a:pt x="1063382" y="1566812"/>
                  </a:cubicBezTo>
                  <a:cubicBezTo>
                    <a:pt x="1063382" y="1566812"/>
                    <a:pt x="1063610" y="1566812"/>
                    <a:pt x="1063724" y="1566699"/>
                  </a:cubicBezTo>
                  <a:cubicBezTo>
                    <a:pt x="1063496" y="1566926"/>
                    <a:pt x="1063268" y="1567040"/>
                    <a:pt x="1062926" y="1567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" name="Google Shape;24;p6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175174" y="4113283"/>
              <a:ext cx="1060002" cy="259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6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806265" y="4255435"/>
              <a:ext cx="3336250" cy="25982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69"/>
          <p:cNvSpPr txBox="1">
            <a:spLocks noGrp="1"/>
          </p:cNvSpPr>
          <p:nvPr>
            <p:ph type="ctrTitle"/>
          </p:nvPr>
        </p:nvSpPr>
        <p:spPr>
          <a:xfrm>
            <a:off x="374400" y="442800"/>
            <a:ext cx="64368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9"/>
          <p:cNvSpPr txBox="1">
            <a:spLocks noGrp="1"/>
          </p:cNvSpPr>
          <p:nvPr>
            <p:ph type="subTitle" idx="1"/>
          </p:nvPr>
        </p:nvSpPr>
        <p:spPr>
          <a:xfrm>
            <a:off x="8240400" y="612000"/>
            <a:ext cx="35784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69"/>
          <p:cNvSpPr txBox="1">
            <a:spLocks noGrp="1"/>
          </p:cNvSpPr>
          <p:nvPr>
            <p:ph type="body" idx="2"/>
          </p:nvPr>
        </p:nvSpPr>
        <p:spPr>
          <a:xfrm>
            <a:off x="375503" y="1688400"/>
            <a:ext cx="6434873" cy="325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69"/>
          <p:cNvSpPr/>
          <p:nvPr/>
        </p:nvSpPr>
        <p:spPr>
          <a:xfrm>
            <a:off x="0" y="6716486"/>
            <a:ext cx="12192000" cy="141514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3D7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COM3">
  <p:cSld name="Title Slide - COM3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0"/>
          <p:cNvSpPr txBox="1">
            <a:spLocks noGrp="1"/>
          </p:cNvSpPr>
          <p:nvPr>
            <p:ph type="ctrTitle"/>
          </p:nvPr>
        </p:nvSpPr>
        <p:spPr>
          <a:xfrm>
            <a:off x="374400" y="442800"/>
            <a:ext cx="64368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0"/>
          <p:cNvSpPr txBox="1">
            <a:spLocks noGrp="1"/>
          </p:cNvSpPr>
          <p:nvPr>
            <p:ph type="subTitle" idx="1"/>
          </p:nvPr>
        </p:nvSpPr>
        <p:spPr>
          <a:xfrm>
            <a:off x="8240400" y="612000"/>
            <a:ext cx="35784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70"/>
          <p:cNvSpPr txBox="1">
            <a:spLocks noGrp="1"/>
          </p:cNvSpPr>
          <p:nvPr>
            <p:ph type="body" idx="2"/>
          </p:nvPr>
        </p:nvSpPr>
        <p:spPr>
          <a:xfrm>
            <a:off x="375503" y="1688400"/>
            <a:ext cx="6434873" cy="325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0"/>
          <p:cNvSpPr/>
          <p:nvPr/>
        </p:nvSpPr>
        <p:spPr>
          <a:xfrm>
            <a:off x="0" y="6716486"/>
            <a:ext cx="12192000" cy="141514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3D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38575" y="681601"/>
            <a:ext cx="8353425" cy="60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Descriptive">
  <p:cSld name="Section Header - Descriptiv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2"/>
          <p:cNvSpPr txBox="1">
            <a:spLocks noGrp="1"/>
          </p:cNvSpPr>
          <p:nvPr>
            <p:ph type="title"/>
          </p:nvPr>
        </p:nvSpPr>
        <p:spPr>
          <a:xfrm>
            <a:off x="694800" y="1790700"/>
            <a:ext cx="5328000" cy="27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484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2"/>
          <p:cNvSpPr txBox="1">
            <a:spLocks noGrp="1"/>
          </p:cNvSpPr>
          <p:nvPr>
            <p:ph type="body" idx="1"/>
          </p:nvPr>
        </p:nvSpPr>
        <p:spPr>
          <a:xfrm>
            <a:off x="6811200" y="1990800"/>
            <a:ext cx="4291200" cy="2851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3600" tIns="45700" rIns="91425" bIns="468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6" name="Google Shape;46;p72"/>
          <p:cNvCxnSpPr>
            <a:stCxn id="44" idx="2"/>
            <a:endCxn id="44" idx="1"/>
          </p:cNvCxnSpPr>
          <p:nvPr/>
        </p:nvCxnSpPr>
        <p:spPr>
          <a:xfrm rot="10800000">
            <a:off x="694800" y="3174300"/>
            <a:ext cx="2664000" cy="1383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" name="Google Shape;47;p72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" name="Google Shape;48;p72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Number">
  <p:cSld name="Section Header - 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4"/>
          <p:cNvSpPr txBox="1">
            <a:spLocks noGrp="1"/>
          </p:cNvSpPr>
          <p:nvPr>
            <p:ph type="title"/>
          </p:nvPr>
        </p:nvSpPr>
        <p:spPr>
          <a:xfrm>
            <a:off x="2134800" y="2062800"/>
            <a:ext cx="7045200" cy="1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6" name="Google Shape;56;p74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" name="Google Shape;57;p74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" name="Google Shape;58;p74"/>
          <p:cNvCxnSpPr/>
          <p:nvPr/>
        </p:nvCxnSpPr>
        <p:spPr>
          <a:xfrm>
            <a:off x="1860440" y="2324422"/>
            <a:ext cx="0" cy="7726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74"/>
          <p:cNvSpPr txBox="1">
            <a:spLocks noGrp="1"/>
          </p:cNvSpPr>
          <p:nvPr>
            <p:ph type="body" idx="1"/>
          </p:nvPr>
        </p:nvSpPr>
        <p:spPr>
          <a:xfrm>
            <a:off x="0" y="2061102"/>
            <a:ext cx="1560385" cy="1267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7900"/>
              <a:buNone/>
              <a:defRPr sz="7900" b="1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Geometric Photo">
  <p:cSld name="Section Header - Geometric Photo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5"/>
          <p:cNvSpPr>
            <a:spLocks noGrp="1"/>
          </p:cNvSpPr>
          <p:nvPr>
            <p:ph type="pic" idx="2"/>
          </p:nvPr>
        </p:nvSpPr>
        <p:spPr>
          <a:xfrm>
            <a:off x="6605872" y="1"/>
            <a:ext cx="5718131" cy="5567362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75"/>
          <p:cNvSpPr txBox="1">
            <a:spLocks noGrp="1"/>
          </p:cNvSpPr>
          <p:nvPr>
            <p:ph type="body" idx="1"/>
          </p:nvPr>
        </p:nvSpPr>
        <p:spPr>
          <a:xfrm>
            <a:off x="1603761" y="3750273"/>
            <a:ext cx="4391485" cy="169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6800" anchor="t" anchorCtr="0">
            <a:normAutofit/>
          </a:bodyPr>
          <a:lstStyle>
            <a:lvl1pPr marL="457200" lvl="0" indent="-317500" algn="r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75"/>
          <p:cNvSpPr txBox="1">
            <a:spLocks noGrp="1"/>
          </p:cNvSpPr>
          <p:nvPr>
            <p:ph type="title"/>
          </p:nvPr>
        </p:nvSpPr>
        <p:spPr>
          <a:xfrm>
            <a:off x="409575" y="798945"/>
            <a:ext cx="5559031" cy="236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 Black"/>
              <a:buNone/>
              <a:defRPr sz="5400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5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5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5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67" name="Google Shape;67;p75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" name="Google Shape;68;p75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9" name="Google Shape;69;p75"/>
          <p:cNvGrpSpPr/>
          <p:nvPr/>
        </p:nvGrpSpPr>
        <p:grpSpPr>
          <a:xfrm rot="10800000" flipH="1">
            <a:off x="2761998" y="3329385"/>
            <a:ext cx="3233248" cy="162580"/>
            <a:chOff x="6913974" y="7539452"/>
            <a:chExt cx="5042778" cy="253569"/>
          </a:xfrm>
        </p:grpSpPr>
        <p:sp>
          <p:nvSpPr>
            <p:cNvPr id="70" name="Google Shape;70;p75"/>
            <p:cNvSpPr/>
            <p:nvPr/>
          </p:nvSpPr>
          <p:spPr>
            <a:xfrm rot="-2738462">
              <a:off x="6927228" y="7711914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75"/>
            <p:cNvSpPr/>
            <p:nvPr/>
          </p:nvSpPr>
          <p:spPr>
            <a:xfrm rot="-2738462">
              <a:off x="7142741" y="7709503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75"/>
            <p:cNvSpPr/>
            <p:nvPr/>
          </p:nvSpPr>
          <p:spPr>
            <a:xfrm rot="-2738462">
              <a:off x="7358254" y="7707092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75"/>
            <p:cNvSpPr/>
            <p:nvPr/>
          </p:nvSpPr>
          <p:spPr>
            <a:xfrm rot="-2738462">
              <a:off x="7573766" y="7712631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75"/>
            <p:cNvSpPr/>
            <p:nvPr/>
          </p:nvSpPr>
          <p:spPr>
            <a:xfrm rot="-2738462">
              <a:off x="7789279" y="7710220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75"/>
            <p:cNvSpPr/>
            <p:nvPr/>
          </p:nvSpPr>
          <p:spPr>
            <a:xfrm rot="-2738462">
              <a:off x="8004792" y="7715760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75"/>
            <p:cNvSpPr/>
            <p:nvPr/>
          </p:nvSpPr>
          <p:spPr>
            <a:xfrm rot="-2738462">
              <a:off x="8220304" y="7713348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75"/>
            <p:cNvSpPr/>
            <p:nvPr/>
          </p:nvSpPr>
          <p:spPr>
            <a:xfrm rot="-2738462">
              <a:off x="8435817" y="7710937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5"/>
            <p:cNvSpPr/>
            <p:nvPr/>
          </p:nvSpPr>
          <p:spPr>
            <a:xfrm rot="-2738462">
              <a:off x="8651330" y="7708526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5"/>
            <p:cNvSpPr/>
            <p:nvPr/>
          </p:nvSpPr>
          <p:spPr>
            <a:xfrm rot="-2738462">
              <a:off x="8866842" y="7714065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75"/>
            <p:cNvSpPr/>
            <p:nvPr/>
          </p:nvSpPr>
          <p:spPr>
            <a:xfrm rot="-2738462">
              <a:off x="9082355" y="7711654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5"/>
            <p:cNvSpPr/>
            <p:nvPr/>
          </p:nvSpPr>
          <p:spPr>
            <a:xfrm rot="-2738462">
              <a:off x="9297868" y="7709243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5"/>
            <p:cNvSpPr/>
            <p:nvPr/>
          </p:nvSpPr>
          <p:spPr>
            <a:xfrm rot="-2738462">
              <a:off x="6927228" y="7557528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5"/>
            <p:cNvSpPr/>
            <p:nvPr/>
          </p:nvSpPr>
          <p:spPr>
            <a:xfrm rot="-2738462">
              <a:off x="7142741" y="7555117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5"/>
            <p:cNvSpPr/>
            <p:nvPr/>
          </p:nvSpPr>
          <p:spPr>
            <a:xfrm rot="-2738462">
              <a:off x="7358254" y="7552706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5"/>
            <p:cNvSpPr/>
            <p:nvPr/>
          </p:nvSpPr>
          <p:spPr>
            <a:xfrm rot="-2738462">
              <a:off x="7573766" y="7558245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5"/>
            <p:cNvSpPr/>
            <p:nvPr/>
          </p:nvSpPr>
          <p:spPr>
            <a:xfrm rot="-2738462">
              <a:off x="7789279" y="7555834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5"/>
            <p:cNvSpPr/>
            <p:nvPr/>
          </p:nvSpPr>
          <p:spPr>
            <a:xfrm rot="-2738462">
              <a:off x="8004792" y="7561374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75"/>
            <p:cNvSpPr/>
            <p:nvPr/>
          </p:nvSpPr>
          <p:spPr>
            <a:xfrm rot="-2738462">
              <a:off x="8220304" y="7558962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5"/>
            <p:cNvSpPr/>
            <p:nvPr/>
          </p:nvSpPr>
          <p:spPr>
            <a:xfrm rot="-2738462">
              <a:off x="8435817" y="7556551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75"/>
            <p:cNvSpPr/>
            <p:nvPr/>
          </p:nvSpPr>
          <p:spPr>
            <a:xfrm rot="-2738462">
              <a:off x="8651330" y="7554140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75"/>
            <p:cNvSpPr/>
            <p:nvPr/>
          </p:nvSpPr>
          <p:spPr>
            <a:xfrm rot="-2738462">
              <a:off x="8866842" y="7559679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75"/>
            <p:cNvSpPr/>
            <p:nvPr/>
          </p:nvSpPr>
          <p:spPr>
            <a:xfrm rot="-2738462">
              <a:off x="9082355" y="7557268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5"/>
            <p:cNvSpPr/>
            <p:nvPr/>
          </p:nvSpPr>
          <p:spPr>
            <a:xfrm rot="-2738462">
              <a:off x="9297868" y="7554857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5"/>
            <p:cNvSpPr/>
            <p:nvPr/>
          </p:nvSpPr>
          <p:spPr>
            <a:xfrm rot="-2738462">
              <a:off x="9508851" y="7711914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75"/>
            <p:cNvSpPr/>
            <p:nvPr/>
          </p:nvSpPr>
          <p:spPr>
            <a:xfrm rot="-2738462">
              <a:off x="9724364" y="7709503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75"/>
            <p:cNvSpPr/>
            <p:nvPr/>
          </p:nvSpPr>
          <p:spPr>
            <a:xfrm rot="-2738462">
              <a:off x="9939877" y="7707092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75"/>
            <p:cNvSpPr/>
            <p:nvPr/>
          </p:nvSpPr>
          <p:spPr>
            <a:xfrm rot="-2738462">
              <a:off x="10155389" y="7712631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5"/>
            <p:cNvSpPr/>
            <p:nvPr/>
          </p:nvSpPr>
          <p:spPr>
            <a:xfrm rot="-2738462">
              <a:off x="10370902" y="7710220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75"/>
            <p:cNvSpPr/>
            <p:nvPr/>
          </p:nvSpPr>
          <p:spPr>
            <a:xfrm rot="-2738462">
              <a:off x="10586415" y="7715760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75"/>
            <p:cNvSpPr/>
            <p:nvPr/>
          </p:nvSpPr>
          <p:spPr>
            <a:xfrm rot="-2738462">
              <a:off x="10801927" y="7713348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75"/>
            <p:cNvSpPr/>
            <p:nvPr/>
          </p:nvSpPr>
          <p:spPr>
            <a:xfrm rot="-2738462">
              <a:off x="11017440" y="7710937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75"/>
            <p:cNvSpPr/>
            <p:nvPr/>
          </p:nvSpPr>
          <p:spPr>
            <a:xfrm rot="-2738462">
              <a:off x="11232953" y="7708526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75"/>
            <p:cNvSpPr/>
            <p:nvPr/>
          </p:nvSpPr>
          <p:spPr>
            <a:xfrm rot="-2738462">
              <a:off x="11448465" y="7714065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5"/>
            <p:cNvSpPr/>
            <p:nvPr/>
          </p:nvSpPr>
          <p:spPr>
            <a:xfrm rot="-2738462">
              <a:off x="11663978" y="7711654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75"/>
            <p:cNvSpPr/>
            <p:nvPr/>
          </p:nvSpPr>
          <p:spPr>
            <a:xfrm rot="-2738462">
              <a:off x="11879491" y="7709243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75"/>
            <p:cNvSpPr/>
            <p:nvPr/>
          </p:nvSpPr>
          <p:spPr>
            <a:xfrm rot="-2738462">
              <a:off x="9508851" y="7557528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75"/>
            <p:cNvSpPr/>
            <p:nvPr/>
          </p:nvSpPr>
          <p:spPr>
            <a:xfrm rot="-2738462">
              <a:off x="9724364" y="7555117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75"/>
            <p:cNvSpPr/>
            <p:nvPr/>
          </p:nvSpPr>
          <p:spPr>
            <a:xfrm rot="-2738462">
              <a:off x="9939877" y="7552706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75"/>
            <p:cNvSpPr/>
            <p:nvPr/>
          </p:nvSpPr>
          <p:spPr>
            <a:xfrm rot="-2738462">
              <a:off x="10155389" y="7558245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75"/>
            <p:cNvSpPr/>
            <p:nvPr/>
          </p:nvSpPr>
          <p:spPr>
            <a:xfrm rot="-2738462">
              <a:off x="10370902" y="7555834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75"/>
            <p:cNvSpPr/>
            <p:nvPr/>
          </p:nvSpPr>
          <p:spPr>
            <a:xfrm rot="-2738462">
              <a:off x="10586415" y="7561374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5"/>
            <p:cNvSpPr/>
            <p:nvPr/>
          </p:nvSpPr>
          <p:spPr>
            <a:xfrm rot="-2738462">
              <a:off x="10801927" y="7558962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5"/>
            <p:cNvSpPr/>
            <p:nvPr/>
          </p:nvSpPr>
          <p:spPr>
            <a:xfrm rot="-2738462">
              <a:off x="11017440" y="7556551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5"/>
            <p:cNvSpPr/>
            <p:nvPr/>
          </p:nvSpPr>
          <p:spPr>
            <a:xfrm rot="-2738462">
              <a:off x="11232953" y="7554140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75"/>
            <p:cNvSpPr/>
            <p:nvPr/>
          </p:nvSpPr>
          <p:spPr>
            <a:xfrm rot="-2738462">
              <a:off x="11448465" y="7559679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75"/>
            <p:cNvSpPr/>
            <p:nvPr/>
          </p:nvSpPr>
          <p:spPr>
            <a:xfrm rot="-2738462">
              <a:off x="11663978" y="7557268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75"/>
            <p:cNvSpPr/>
            <p:nvPr/>
          </p:nvSpPr>
          <p:spPr>
            <a:xfrm rot="-2738462">
              <a:off x="11879491" y="7554857"/>
              <a:ext cx="64008" cy="6400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7"/>
          <p:cNvSpPr txBox="1">
            <a:spLocks noGrp="1"/>
          </p:cNvSpPr>
          <p:nvPr>
            <p:ph type="title"/>
          </p:nvPr>
        </p:nvSpPr>
        <p:spPr>
          <a:xfrm>
            <a:off x="381000" y="441325"/>
            <a:ext cx="11430599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7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7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77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32" name="Google Shape;132;p77"/>
          <p:cNvSpPr txBox="1">
            <a:spLocks noGrp="1"/>
          </p:cNvSpPr>
          <p:nvPr>
            <p:ph type="body" idx="1"/>
          </p:nvPr>
        </p:nvSpPr>
        <p:spPr>
          <a:xfrm>
            <a:off x="380999" y="1590675"/>
            <a:ext cx="3657600" cy="400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68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77"/>
          <p:cNvSpPr txBox="1">
            <a:spLocks noGrp="1"/>
          </p:cNvSpPr>
          <p:nvPr>
            <p:ph type="body" idx="2"/>
          </p:nvPr>
        </p:nvSpPr>
        <p:spPr>
          <a:xfrm>
            <a:off x="4267200" y="1590675"/>
            <a:ext cx="3657600" cy="40050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3600" tIns="45700" rIns="91425" bIns="468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77"/>
          <p:cNvSpPr txBox="1">
            <a:spLocks noGrp="1"/>
          </p:cNvSpPr>
          <p:nvPr>
            <p:ph type="body" idx="3"/>
          </p:nvPr>
        </p:nvSpPr>
        <p:spPr>
          <a:xfrm>
            <a:off x="8154965" y="1591200"/>
            <a:ext cx="3656036" cy="40050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3600" tIns="45700" rIns="91425" bIns="468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35" name="Google Shape;135;p77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" name="Google Shape;136;p77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ottom Picture">
  <p:cSld name="Bottom Picture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8"/>
          <p:cNvSpPr txBox="1">
            <a:spLocks noGrp="1"/>
          </p:cNvSpPr>
          <p:nvPr>
            <p:ph type="ftr" idx="11"/>
          </p:nvPr>
        </p:nvSpPr>
        <p:spPr>
          <a:xfrm>
            <a:off x="8240400" y="6987600"/>
            <a:ext cx="286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78"/>
          <p:cNvSpPr txBox="1">
            <a:spLocks noGrp="1"/>
          </p:cNvSpPr>
          <p:nvPr>
            <p:ph type="sldNum" idx="12"/>
          </p:nvPr>
        </p:nvSpPr>
        <p:spPr>
          <a:xfrm>
            <a:off x="11098800" y="6987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40" name="Google Shape;140;p78"/>
          <p:cNvSpPr txBox="1">
            <a:spLocks noGrp="1"/>
          </p:cNvSpPr>
          <p:nvPr>
            <p:ph type="title"/>
          </p:nvPr>
        </p:nvSpPr>
        <p:spPr>
          <a:xfrm>
            <a:off x="381600" y="442800"/>
            <a:ext cx="11429400" cy="62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78"/>
          <p:cNvSpPr>
            <a:spLocks noGrp="1"/>
          </p:cNvSpPr>
          <p:nvPr>
            <p:ph type="pic" idx="2"/>
          </p:nvPr>
        </p:nvSpPr>
        <p:spPr>
          <a:xfrm>
            <a:off x="1" y="3735888"/>
            <a:ext cx="12191996" cy="3122112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78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3" name="Google Shape;143;p78"/>
          <p:cNvCxnSpPr/>
          <p:nvPr/>
        </p:nvCxnSpPr>
        <p:spPr>
          <a:xfrm>
            <a:off x="5684820" y="1828451"/>
            <a:ext cx="82236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78"/>
          <p:cNvSpPr txBox="1">
            <a:spLocks noGrp="1"/>
          </p:cNvSpPr>
          <p:nvPr>
            <p:ph type="body" idx="1"/>
          </p:nvPr>
        </p:nvSpPr>
        <p:spPr>
          <a:xfrm>
            <a:off x="381000" y="1116269"/>
            <a:ext cx="114294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728EA7"/>
              </a:buClr>
              <a:buSzPts val="1400"/>
              <a:buNone/>
              <a:defRPr b="1">
                <a:solidFill>
                  <a:srgbClr val="728EA7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78"/>
          <p:cNvSpPr txBox="1">
            <a:spLocks noGrp="1"/>
          </p:cNvSpPr>
          <p:nvPr>
            <p:ph type="body" idx="3"/>
          </p:nvPr>
        </p:nvSpPr>
        <p:spPr>
          <a:xfrm>
            <a:off x="597075" y="2210804"/>
            <a:ext cx="11213324" cy="119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68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0"/>
          <p:cNvSpPr txBox="1">
            <a:spLocks noGrp="1"/>
          </p:cNvSpPr>
          <p:nvPr>
            <p:ph type="body" idx="1"/>
          </p:nvPr>
        </p:nvSpPr>
        <p:spPr>
          <a:xfrm>
            <a:off x="381599" y="1591200"/>
            <a:ext cx="7072145" cy="4007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  <a:defRPr sz="1200"/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−"/>
              <a:defRPr sz="1100"/>
            </a:lvl3pPr>
            <a:lvl4pPr marL="1828800" lvl="3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4pPr>
            <a:lvl5pPr marL="2286000" lvl="4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6" name="Google Shape;156;p80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11425491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80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80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59" name="Google Shape;159;p80"/>
          <p:cNvSpPr txBox="1">
            <a:spLocks noGrp="1"/>
          </p:cNvSpPr>
          <p:nvPr>
            <p:ph type="body" idx="2"/>
          </p:nvPr>
        </p:nvSpPr>
        <p:spPr>
          <a:xfrm>
            <a:off x="7850909" y="1591200"/>
            <a:ext cx="3956182" cy="400724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3600" tIns="45700" rIns="91425" bIns="468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80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1" name="Google Shape;161;p80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2" name="Google Shape;162;p80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Quote">
  <p:cSld name="Content with Quot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1"/>
          <p:cNvSpPr txBox="1">
            <a:spLocks noGrp="1"/>
          </p:cNvSpPr>
          <p:nvPr>
            <p:ph type="body" idx="1"/>
          </p:nvPr>
        </p:nvSpPr>
        <p:spPr>
          <a:xfrm>
            <a:off x="381600" y="1591200"/>
            <a:ext cx="6429600" cy="389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  <a:defRPr sz="1200"/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−"/>
              <a:defRPr sz="1100"/>
            </a:lvl3pPr>
            <a:lvl4pPr marL="1828800" lvl="3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4pPr>
            <a:lvl5pPr marL="2286000" lvl="4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5" name="Google Shape;165;p81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11429997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81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81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68" name="Google Shape;168;p81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81"/>
          <p:cNvCxnSpPr/>
          <p:nvPr/>
        </p:nvCxnSpPr>
        <p:spPr>
          <a:xfrm>
            <a:off x="7524750" y="1592264"/>
            <a:ext cx="0" cy="389413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81"/>
          <p:cNvSpPr>
            <a:spLocks noGrp="1"/>
          </p:cNvSpPr>
          <p:nvPr>
            <p:ph type="pic" idx="2"/>
          </p:nvPr>
        </p:nvSpPr>
        <p:spPr>
          <a:xfrm>
            <a:off x="7840654" y="1596280"/>
            <a:ext cx="635047" cy="429087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81"/>
          <p:cNvSpPr txBox="1">
            <a:spLocks noGrp="1"/>
          </p:cNvSpPr>
          <p:nvPr>
            <p:ph type="body" idx="3"/>
          </p:nvPr>
        </p:nvSpPr>
        <p:spPr>
          <a:xfrm>
            <a:off x="7761599" y="2124001"/>
            <a:ext cx="4048797" cy="2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latin typeface="Times"/>
                <a:ea typeface="Times"/>
                <a:cs typeface="Times"/>
                <a:sym typeface="Times"/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81"/>
          <p:cNvSpPr>
            <a:spLocks noGrp="1"/>
          </p:cNvSpPr>
          <p:nvPr>
            <p:ph type="pic" idx="4"/>
          </p:nvPr>
        </p:nvSpPr>
        <p:spPr>
          <a:xfrm>
            <a:off x="7818016" y="4719441"/>
            <a:ext cx="828000" cy="82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3" name="Google Shape;173;p81"/>
          <p:cNvSpPr txBox="1">
            <a:spLocks noGrp="1"/>
          </p:cNvSpPr>
          <p:nvPr>
            <p:ph type="body" idx="5"/>
          </p:nvPr>
        </p:nvSpPr>
        <p:spPr>
          <a:xfrm>
            <a:off x="8773200" y="4907249"/>
            <a:ext cx="25632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81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81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">
  <p:cSld name="Content with Pictur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5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64296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85"/>
          <p:cNvSpPr txBox="1">
            <a:spLocks noGrp="1"/>
          </p:cNvSpPr>
          <p:nvPr>
            <p:ph type="body" idx="1"/>
          </p:nvPr>
        </p:nvSpPr>
        <p:spPr>
          <a:xfrm>
            <a:off x="381600" y="1591200"/>
            <a:ext cx="6429600" cy="400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  <a:defRPr sz="1200"/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−"/>
              <a:defRPr sz="1100"/>
            </a:lvl3pPr>
            <a:lvl4pPr marL="1828800" lvl="3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4pPr>
            <a:lvl5pPr marL="2286000" lvl="4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5" name="Google Shape;215;p85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85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85"/>
          <p:cNvSpPr>
            <a:spLocks noGrp="1"/>
          </p:cNvSpPr>
          <p:nvPr>
            <p:ph type="pic" idx="2"/>
          </p:nvPr>
        </p:nvSpPr>
        <p:spPr>
          <a:xfrm>
            <a:off x="7524000" y="363601"/>
            <a:ext cx="4287600" cy="5234568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18" name="Google Shape;218;p85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9" name="Google Shape;219;p85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0" name="Google Shape;220;p85"/>
          <p:cNvSpPr txBox="1">
            <a:spLocks noGrp="1"/>
          </p:cNvSpPr>
          <p:nvPr>
            <p:ph type="sldNum" idx="12"/>
          </p:nvPr>
        </p:nvSpPr>
        <p:spPr>
          <a:xfrm>
            <a:off x="11098800" y="6231881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6"/>
          <p:cNvSpPr txBox="1">
            <a:spLocks noGrp="1"/>
          </p:cNvSpPr>
          <p:nvPr>
            <p:ph type="ftr" idx="11"/>
          </p:nvPr>
        </p:nvSpPr>
        <p:spPr>
          <a:xfrm>
            <a:off x="8240400" y="6231600"/>
            <a:ext cx="286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86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24" name="Google Shape;224;p86"/>
          <p:cNvSpPr txBox="1">
            <a:spLocks noGrp="1"/>
          </p:cNvSpPr>
          <p:nvPr>
            <p:ph type="title"/>
          </p:nvPr>
        </p:nvSpPr>
        <p:spPr>
          <a:xfrm>
            <a:off x="381600" y="442800"/>
            <a:ext cx="114294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86"/>
          <p:cNvSpPr>
            <a:spLocks noGrp="1"/>
          </p:cNvSpPr>
          <p:nvPr>
            <p:ph type="pic" idx="2"/>
          </p:nvPr>
        </p:nvSpPr>
        <p:spPr>
          <a:xfrm>
            <a:off x="381600" y="1591200"/>
            <a:ext cx="7142400" cy="49032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86"/>
          <p:cNvSpPr txBox="1">
            <a:spLocks noGrp="1"/>
          </p:cNvSpPr>
          <p:nvPr>
            <p:ph type="body" idx="1"/>
          </p:nvPr>
        </p:nvSpPr>
        <p:spPr>
          <a:xfrm>
            <a:off x="8240713" y="1590675"/>
            <a:ext cx="3570287" cy="4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86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overlay, content">
  <p:cSld name="Picture with overlay, content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8"/>
          <p:cNvSpPr txBox="1">
            <a:spLocks noGrp="1"/>
          </p:cNvSpPr>
          <p:nvPr>
            <p:ph type="body" idx="1"/>
          </p:nvPr>
        </p:nvSpPr>
        <p:spPr>
          <a:xfrm>
            <a:off x="434175" y="836246"/>
            <a:ext cx="4042132" cy="473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0000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  <a:defRPr sz="1200"/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−"/>
              <a:defRPr sz="1100"/>
            </a:lvl3pPr>
            <a:lvl4pPr marL="1828800" lvl="3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4pPr>
            <a:lvl5pPr marL="2286000" lvl="4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40" name="Google Shape;240;p88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41" name="Google Shape;241;p88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88"/>
          <p:cNvSpPr>
            <a:spLocks noGrp="1"/>
          </p:cNvSpPr>
          <p:nvPr>
            <p:ph type="pic" idx="2"/>
          </p:nvPr>
        </p:nvSpPr>
        <p:spPr>
          <a:xfrm>
            <a:off x="5112502" y="0"/>
            <a:ext cx="70794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88"/>
          <p:cNvSpPr txBox="1">
            <a:spLocks noGrp="1"/>
          </p:cNvSpPr>
          <p:nvPr>
            <p:ph type="body" idx="3"/>
          </p:nvPr>
        </p:nvSpPr>
        <p:spPr>
          <a:xfrm>
            <a:off x="5112503" y="-14400"/>
            <a:ext cx="3542400" cy="6858000"/>
          </a:xfrm>
          <a:prstGeom prst="rect">
            <a:avLst/>
          </a:prstGeom>
          <a:solidFill>
            <a:schemeClr val="accent6">
              <a:alpha val="88235"/>
            </a:schemeClr>
          </a:solidFill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"/>
              <a:buNone/>
              <a:defRPr sz="1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88"/>
          <p:cNvSpPr txBox="1">
            <a:spLocks noGrp="1"/>
          </p:cNvSpPr>
          <p:nvPr>
            <p:ph type="title"/>
          </p:nvPr>
        </p:nvSpPr>
        <p:spPr>
          <a:xfrm>
            <a:off x="5484640" y="836246"/>
            <a:ext cx="2798123" cy="120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 Black"/>
              <a:buNone/>
              <a:defRPr sz="2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88"/>
          <p:cNvSpPr txBox="1">
            <a:spLocks noGrp="1"/>
          </p:cNvSpPr>
          <p:nvPr>
            <p:ph type="body" idx="4"/>
          </p:nvPr>
        </p:nvSpPr>
        <p:spPr>
          <a:xfrm>
            <a:off x="5484641" y="2292321"/>
            <a:ext cx="2798122" cy="327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3-Picture Grid">
  <p:cSld name="Title, 3-Picture Grid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9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11429399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89"/>
          <p:cNvSpPr>
            <a:spLocks noGrp="1"/>
          </p:cNvSpPr>
          <p:nvPr>
            <p:ph type="pic" idx="2"/>
          </p:nvPr>
        </p:nvSpPr>
        <p:spPr>
          <a:xfrm>
            <a:off x="381600" y="1591200"/>
            <a:ext cx="6976800" cy="49068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89"/>
          <p:cNvSpPr>
            <a:spLocks noGrp="1"/>
          </p:cNvSpPr>
          <p:nvPr>
            <p:ph type="pic" idx="3"/>
          </p:nvPr>
        </p:nvSpPr>
        <p:spPr>
          <a:xfrm>
            <a:off x="7493961" y="1592264"/>
            <a:ext cx="4317038" cy="2384124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89"/>
          <p:cNvSpPr>
            <a:spLocks noGrp="1"/>
          </p:cNvSpPr>
          <p:nvPr>
            <p:ph type="pic" idx="4"/>
          </p:nvPr>
        </p:nvSpPr>
        <p:spPr>
          <a:xfrm>
            <a:off x="7493961" y="4113874"/>
            <a:ext cx="4317039" cy="238412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4-Picture Grid (Portrait)">
  <p:cSld name="Title, 4-Picture Grid (Portrait)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0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11438925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90"/>
          <p:cNvSpPr>
            <a:spLocks noGrp="1"/>
          </p:cNvSpPr>
          <p:nvPr>
            <p:ph type="pic" idx="2"/>
          </p:nvPr>
        </p:nvSpPr>
        <p:spPr>
          <a:xfrm>
            <a:off x="381000" y="1592263"/>
            <a:ext cx="5646173" cy="4897437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90"/>
          <p:cNvSpPr>
            <a:spLocks noGrp="1"/>
          </p:cNvSpPr>
          <p:nvPr>
            <p:ph type="pic" idx="3"/>
          </p:nvPr>
        </p:nvSpPr>
        <p:spPr>
          <a:xfrm>
            <a:off x="6157825" y="1592263"/>
            <a:ext cx="2760033" cy="4897437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90"/>
          <p:cNvSpPr>
            <a:spLocks noGrp="1"/>
          </p:cNvSpPr>
          <p:nvPr>
            <p:ph type="pic" idx="4"/>
          </p:nvPr>
        </p:nvSpPr>
        <p:spPr>
          <a:xfrm>
            <a:off x="9048509" y="1592263"/>
            <a:ext cx="2772016" cy="2383393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90"/>
          <p:cNvSpPr>
            <a:spLocks noGrp="1"/>
          </p:cNvSpPr>
          <p:nvPr>
            <p:ph type="pic" idx="5"/>
          </p:nvPr>
        </p:nvSpPr>
        <p:spPr>
          <a:xfrm>
            <a:off x="9048509" y="4106306"/>
            <a:ext cx="2772016" cy="23833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with Descriptions - 2">
  <p:cSld name="Images with Descriptions - 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1"/>
          <p:cNvSpPr txBox="1">
            <a:spLocks noGrp="1"/>
          </p:cNvSpPr>
          <p:nvPr>
            <p:ph type="ftr" idx="11"/>
          </p:nvPr>
        </p:nvSpPr>
        <p:spPr>
          <a:xfrm>
            <a:off x="2995200" y="6231600"/>
            <a:ext cx="81036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1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60" name="Google Shape;260;p91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11429993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1"/>
          <p:cNvSpPr txBox="1">
            <a:spLocks noGrp="1"/>
          </p:cNvSpPr>
          <p:nvPr>
            <p:ph type="body" idx="1"/>
          </p:nvPr>
        </p:nvSpPr>
        <p:spPr>
          <a:xfrm>
            <a:off x="1814400" y="1590674"/>
            <a:ext cx="3886200" cy="400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91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91"/>
          <p:cNvSpPr>
            <a:spLocks noGrp="1"/>
          </p:cNvSpPr>
          <p:nvPr>
            <p:ph type="pic" idx="2"/>
          </p:nvPr>
        </p:nvSpPr>
        <p:spPr>
          <a:xfrm>
            <a:off x="422226" y="1592263"/>
            <a:ext cx="1137600" cy="1137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264" name="Google Shape;264;p91"/>
          <p:cNvCxnSpPr/>
          <p:nvPr/>
        </p:nvCxnSpPr>
        <p:spPr>
          <a:xfrm>
            <a:off x="6096000" y="1592263"/>
            <a:ext cx="0" cy="40050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5" name="Google Shape;265;p91"/>
          <p:cNvSpPr txBox="1">
            <a:spLocks noGrp="1"/>
          </p:cNvSpPr>
          <p:nvPr>
            <p:ph type="body" idx="3"/>
          </p:nvPr>
        </p:nvSpPr>
        <p:spPr>
          <a:xfrm>
            <a:off x="7928319" y="1591199"/>
            <a:ext cx="3883273" cy="400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91"/>
          <p:cNvSpPr>
            <a:spLocks noGrp="1"/>
          </p:cNvSpPr>
          <p:nvPr>
            <p:ph type="pic" idx="4"/>
          </p:nvPr>
        </p:nvSpPr>
        <p:spPr>
          <a:xfrm>
            <a:off x="6538720" y="1591200"/>
            <a:ext cx="1137600" cy="1137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267" name="Google Shape;267;p91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8" name="Google Shape;268;p91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with Descriptions - 3">
  <p:cSld name="Images with Descriptions - 3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2"/>
          <p:cNvSpPr txBox="1">
            <a:spLocks noGrp="1"/>
          </p:cNvSpPr>
          <p:nvPr>
            <p:ph type="ftr" idx="11"/>
          </p:nvPr>
        </p:nvSpPr>
        <p:spPr>
          <a:xfrm>
            <a:off x="2995200" y="6231600"/>
            <a:ext cx="81036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92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72" name="Google Shape;272;p92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11429997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92"/>
          <p:cNvSpPr txBox="1">
            <a:spLocks noGrp="1"/>
          </p:cNvSpPr>
          <p:nvPr>
            <p:ph type="body" idx="1"/>
          </p:nvPr>
        </p:nvSpPr>
        <p:spPr>
          <a:xfrm>
            <a:off x="381599" y="2923200"/>
            <a:ext cx="3319272" cy="263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92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92"/>
          <p:cNvSpPr>
            <a:spLocks noGrp="1"/>
          </p:cNvSpPr>
          <p:nvPr>
            <p:ph type="pic" idx="2"/>
          </p:nvPr>
        </p:nvSpPr>
        <p:spPr>
          <a:xfrm>
            <a:off x="381599" y="1592263"/>
            <a:ext cx="1137600" cy="113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6" name="Google Shape;276;p92"/>
          <p:cNvSpPr>
            <a:spLocks noGrp="1"/>
          </p:cNvSpPr>
          <p:nvPr>
            <p:ph type="pic" idx="3"/>
          </p:nvPr>
        </p:nvSpPr>
        <p:spPr>
          <a:xfrm>
            <a:off x="4435200" y="1591200"/>
            <a:ext cx="1137600" cy="1137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277" name="Google Shape;277;p92"/>
          <p:cNvCxnSpPr/>
          <p:nvPr/>
        </p:nvCxnSpPr>
        <p:spPr>
          <a:xfrm>
            <a:off x="4071670" y="2996317"/>
            <a:ext cx="0" cy="26426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8" name="Google Shape;278;p92"/>
          <p:cNvCxnSpPr/>
          <p:nvPr/>
        </p:nvCxnSpPr>
        <p:spPr>
          <a:xfrm>
            <a:off x="8113824" y="2996317"/>
            <a:ext cx="0" cy="26426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9" name="Google Shape;279;p92"/>
          <p:cNvSpPr txBox="1">
            <a:spLocks noGrp="1"/>
          </p:cNvSpPr>
          <p:nvPr>
            <p:ph type="body" idx="4"/>
          </p:nvPr>
        </p:nvSpPr>
        <p:spPr>
          <a:xfrm>
            <a:off x="4438800" y="2958846"/>
            <a:ext cx="3319272" cy="263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92"/>
          <p:cNvSpPr>
            <a:spLocks noGrp="1"/>
          </p:cNvSpPr>
          <p:nvPr>
            <p:ph type="pic" idx="5"/>
          </p:nvPr>
        </p:nvSpPr>
        <p:spPr>
          <a:xfrm>
            <a:off x="8488801" y="1591200"/>
            <a:ext cx="1137600" cy="113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1" name="Google Shape;281;p92"/>
          <p:cNvSpPr txBox="1">
            <a:spLocks noGrp="1"/>
          </p:cNvSpPr>
          <p:nvPr>
            <p:ph type="body" idx="6"/>
          </p:nvPr>
        </p:nvSpPr>
        <p:spPr>
          <a:xfrm>
            <a:off x="8488800" y="2923200"/>
            <a:ext cx="3321597" cy="263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82" name="Google Shape;282;p92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3" name="Google Shape;283;p92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with Descriptions - 4">
  <p:cSld name="Images with Descriptions - 4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3"/>
          <p:cNvSpPr txBox="1">
            <a:spLocks noGrp="1"/>
          </p:cNvSpPr>
          <p:nvPr>
            <p:ph type="ftr" idx="11"/>
          </p:nvPr>
        </p:nvSpPr>
        <p:spPr>
          <a:xfrm>
            <a:off x="2995200" y="6231600"/>
            <a:ext cx="81036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93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87" name="Google Shape;287;p93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11429993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93"/>
          <p:cNvSpPr txBox="1">
            <a:spLocks noGrp="1"/>
          </p:cNvSpPr>
          <p:nvPr>
            <p:ph type="body" idx="1"/>
          </p:nvPr>
        </p:nvSpPr>
        <p:spPr>
          <a:xfrm>
            <a:off x="1902599" y="1605600"/>
            <a:ext cx="3740817" cy="17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93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93"/>
          <p:cNvSpPr>
            <a:spLocks noGrp="1"/>
          </p:cNvSpPr>
          <p:nvPr>
            <p:ph type="pic" idx="2"/>
          </p:nvPr>
        </p:nvSpPr>
        <p:spPr>
          <a:xfrm>
            <a:off x="509400" y="1594800"/>
            <a:ext cx="1137600" cy="113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1" name="Google Shape;291;p93"/>
          <p:cNvSpPr>
            <a:spLocks noGrp="1"/>
          </p:cNvSpPr>
          <p:nvPr>
            <p:ph type="pic" idx="3"/>
          </p:nvPr>
        </p:nvSpPr>
        <p:spPr>
          <a:xfrm>
            <a:off x="509400" y="3772693"/>
            <a:ext cx="1137600" cy="113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2" name="Google Shape;292;p93"/>
          <p:cNvSpPr txBox="1">
            <a:spLocks noGrp="1"/>
          </p:cNvSpPr>
          <p:nvPr>
            <p:ph type="body" idx="4"/>
          </p:nvPr>
        </p:nvSpPr>
        <p:spPr>
          <a:xfrm>
            <a:off x="1902599" y="3783493"/>
            <a:ext cx="3740817" cy="17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93"/>
          <p:cNvSpPr>
            <a:spLocks noGrp="1"/>
          </p:cNvSpPr>
          <p:nvPr>
            <p:ph type="pic" idx="5"/>
          </p:nvPr>
        </p:nvSpPr>
        <p:spPr>
          <a:xfrm>
            <a:off x="6548585" y="1594800"/>
            <a:ext cx="1137600" cy="113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4" name="Google Shape;294;p93"/>
          <p:cNvSpPr txBox="1">
            <a:spLocks noGrp="1"/>
          </p:cNvSpPr>
          <p:nvPr>
            <p:ph type="body" idx="6"/>
          </p:nvPr>
        </p:nvSpPr>
        <p:spPr>
          <a:xfrm>
            <a:off x="7941785" y="1591200"/>
            <a:ext cx="3739896" cy="17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93"/>
          <p:cNvSpPr>
            <a:spLocks noGrp="1"/>
          </p:cNvSpPr>
          <p:nvPr>
            <p:ph type="pic" idx="7"/>
          </p:nvPr>
        </p:nvSpPr>
        <p:spPr>
          <a:xfrm>
            <a:off x="6548585" y="3772693"/>
            <a:ext cx="1137600" cy="113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93"/>
          <p:cNvSpPr txBox="1">
            <a:spLocks noGrp="1"/>
          </p:cNvSpPr>
          <p:nvPr>
            <p:ph type="body" idx="8"/>
          </p:nvPr>
        </p:nvSpPr>
        <p:spPr>
          <a:xfrm>
            <a:off x="7941785" y="3772693"/>
            <a:ext cx="3739896" cy="17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7" name="Google Shape;297;p93"/>
          <p:cNvCxnSpPr/>
          <p:nvPr/>
        </p:nvCxnSpPr>
        <p:spPr>
          <a:xfrm>
            <a:off x="381599" y="3575130"/>
            <a:ext cx="114299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8" name="Google Shape;298;p93"/>
          <p:cNvCxnSpPr/>
          <p:nvPr/>
        </p:nvCxnSpPr>
        <p:spPr>
          <a:xfrm>
            <a:off x="6096000" y="1592263"/>
            <a:ext cx="0" cy="39408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" name="Google Shape;299;p93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0" name="Google Shape;300;p93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with Descriptions Box  - 4">
  <p:cSld name="Images with Descriptions Box  - 4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4"/>
          <p:cNvSpPr txBox="1">
            <a:spLocks noGrp="1"/>
          </p:cNvSpPr>
          <p:nvPr>
            <p:ph type="ftr" idx="11"/>
          </p:nvPr>
        </p:nvSpPr>
        <p:spPr>
          <a:xfrm>
            <a:off x="2995200" y="6231600"/>
            <a:ext cx="81036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4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304" name="Google Shape;304;p94"/>
          <p:cNvSpPr txBox="1">
            <a:spLocks noGrp="1"/>
          </p:cNvSpPr>
          <p:nvPr>
            <p:ph type="body" idx="1"/>
          </p:nvPr>
        </p:nvSpPr>
        <p:spPr>
          <a:xfrm>
            <a:off x="1207671" y="4143085"/>
            <a:ext cx="214199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94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94"/>
          <p:cNvSpPr>
            <a:spLocks noGrp="1"/>
          </p:cNvSpPr>
          <p:nvPr>
            <p:ph type="pic" idx="2"/>
          </p:nvPr>
        </p:nvSpPr>
        <p:spPr>
          <a:xfrm>
            <a:off x="1207670" y="1750763"/>
            <a:ext cx="2142000" cy="2392322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07" name="Google Shape;307;p94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8" name="Google Shape;308;p94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9" name="Google Shape;309;p94"/>
          <p:cNvSpPr txBox="1">
            <a:spLocks noGrp="1"/>
          </p:cNvSpPr>
          <p:nvPr>
            <p:ph type="body" idx="3"/>
          </p:nvPr>
        </p:nvSpPr>
        <p:spPr>
          <a:xfrm>
            <a:off x="3752396" y="4143085"/>
            <a:ext cx="214199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94"/>
          <p:cNvSpPr>
            <a:spLocks noGrp="1"/>
          </p:cNvSpPr>
          <p:nvPr>
            <p:ph type="pic" idx="4"/>
          </p:nvPr>
        </p:nvSpPr>
        <p:spPr>
          <a:xfrm>
            <a:off x="3752395" y="1750763"/>
            <a:ext cx="2142000" cy="2392322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94"/>
          <p:cNvSpPr txBox="1">
            <a:spLocks noGrp="1"/>
          </p:cNvSpPr>
          <p:nvPr>
            <p:ph type="body" idx="5"/>
          </p:nvPr>
        </p:nvSpPr>
        <p:spPr>
          <a:xfrm>
            <a:off x="6297121" y="4118114"/>
            <a:ext cx="214199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94"/>
          <p:cNvSpPr>
            <a:spLocks noGrp="1"/>
          </p:cNvSpPr>
          <p:nvPr>
            <p:ph type="pic" idx="6"/>
          </p:nvPr>
        </p:nvSpPr>
        <p:spPr>
          <a:xfrm>
            <a:off x="6297120" y="1725792"/>
            <a:ext cx="2142000" cy="2392322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94"/>
          <p:cNvSpPr txBox="1">
            <a:spLocks noGrp="1"/>
          </p:cNvSpPr>
          <p:nvPr>
            <p:ph type="body" idx="7"/>
          </p:nvPr>
        </p:nvSpPr>
        <p:spPr>
          <a:xfrm>
            <a:off x="8841846" y="4122547"/>
            <a:ext cx="214199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94"/>
          <p:cNvSpPr>
            <a:spLocks noGrp="1"/>
          </p:cNvSpPr>
          <p:nvPr>
            <p:ph type="pic" idx="8"/>
          </p:nvPr>
        </p:nvSpPr>
        <p:spPr>
          <a:xfrm>
            <a:off x="8841845" y="1730225"/>
            <a:ext cx="2142000" cy="2392322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94"/>
          <p:cNvSpPr txBox="1">
            <a:spLocks noGrp="1"/>
          </p:cNvSpPr>
          <p:nvPr>
            <p:ph type="title"/>
          </p:nvPr>
        </p:nvSpPr>
        <p:spPr>
          <a:xfrm>
            <a:off x="381600" y="442800"/>
            <a:ext cx="11429400" cy="62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94"/>
          <p:cNvSpPr txBox="1">
            <a:spLocks noGrp="1"/>
          </p:cNvSpPr>
          <p:nvPr>
            <p:ph type="body" idx="9"/>
          </p:nvPr>
        </p:nvSpPr>
        <p:spPr>
          <a:xfrm>
            <a:off x="381000" y="1116269"/>
            <a:ext cx="114294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728EA7"/>
              </a:buClr>
              <a:buSzPts val="1400"/>
              <a:buNone/>
              <a:defRPr b="1">
                <a:solidFill>
                  <a:srgbClr val="728EA7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ptop Peek">
  <p:cSld name="Laptop Peek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5"/>
          <p:cNvSpPr txBox="1">
            <a:spLocks noGrp="1"/>
          </p:cNvSpPr>
          <p:nvPr>
            <p:ph type="title"/>
          </p:nvPr>
        </p:nvSpPr>
        <p:spPr>
          <a:xfrm>
            <a:off x="381600" y="442800"/>
            <a:ext cx="53190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5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95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95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322" name="Google Shape;322;p95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" name="Google Shape;323;p95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24" name="Google Shape;324;p95" descr="A white computer with a blank scree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831475"/>
            <a:ext cx="8491870" cy="466549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5"/>
          <p:cNvSpPr txBox="1">
            <a:spLocks noGrp="1"/>
          </p:cNvSpPr>
          <p:nvPr>
            <p:ph type="body" idx="1"/>
          </p:nvPr>
        </p:nvSpPr>
        <p:spPr>
          <a:xfrm>
            <a:off x="409575" y="1590674"/>
            <a:ext cx="5291025" cy="400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95"/>
          <p:cNvSpPr>
            <a:spLocks noGrp="1"/>
          </p:cNvSpPr>
          <p:nvPr>
            <p:ph type="pic" idx="2"/>
          </p:nvPr>
        </p:nvSpPr>
        <p:spPr>
          <a:xfrm>
            <a:off x="7262813" y="1106488"/>
            <a:ext cx="6154737" cy="38623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ptop">
  <p:cSld name="Laptop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6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11301991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96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96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96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332" name="Google Shape;332;p96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3" name="Google Shape;333;p96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34" name="Google Shape;334;p96" descr="A white computer with a blank scree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32676" y="1914397"/>
            <a:ext cx="5750915" cy="315959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96"/>
          <p:cNvSpPr txBox="1">
            <a:spLocks noGrp="1"/>
          </p:cNvSpPr>
          <p:nvPr>
            <p:ph type="body" idx="1"/>
          </p:nvPr>
        </p:nvSpPr>
        <p:spPr>
          <a:xfrm>
            <a:off x="409575" y="1590675"/>
            <a:ext cx="5034295" cy="367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96"/>
          <p:cNvSpPr>
            <a:spLocks noGrp="1"/>
          </p:cNvSpPr>
          <p:nvPr>
            <p:ph type="pic" idx="2"/>
          </p:nvPr>
        </p:nvSpPr>
        <p:spPr>
          <a:xfrm>
            <a:off x="6730409" y="2104313"/>
            <a:ext cx="4146699" cy="26165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7"/>
          <p:cNvSpPr txBox="1">
            <a:spLocks noGrp="1"/>
          </p:cNvSpPr>
          <p:nvPr>
            <p:ph type="body" idx="1"/>
          </p:nvPr>
        </p:nvSpPr>
        <p:spPr>
          <a:xfrm>
            <a:off x="381599" y="1591200"/>
            <a:ext cx="5335705" cy="400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68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97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97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341" name="Google Shape;341;p97"/>
          <p:cNvSpPr txBox="1"/>
          <p:nvPr/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19/4/2025</a:t>
            </a:r>
            <a:endParaRPr sz="1200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7"/>
          <p:cNvSpPr txBox="1">
            <a:spLocks noGrp="1"/>
          </p:cNvSpPr>
          <p:nvPr>
            <p:ph type="title"/>
          </p:nvPr>
        </p:nvSpPr>
        <p:spPr>
          <a:xfrm>
            <a:off x="381000" y="441325"/>
            <a:ext cx="11430593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43" name="Google Shape;343;p97"/>
          <p:cNvCxnSpPr/>
          <p:nvPr/>
        </p:nvCxnSpPr>
        <p:spPr>
          <a:xfrm>
            <a:off x="6096000" y="1592263"/>
            <a:ext cx="0" cy="40050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4" name="Google Shape;344;p97"/>
          <p:cNvSpPr txBox="1">
            <a:spLocks noGrp="1"/>
          </p:cNvSpPr>
          <p:nvPr>
            <p:ph type="body" idx="2"/>
          </p:nvPr>
        </p:nvSpPr>
        <p:spPr>
          <a:xfrm>
            <a:off x="6474697" y="1591200"/>
            <a:ext cx="5323159" cy="400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68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45" name="Google Shape;345;p97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" name="Google Shape;346;p97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, Subhead with Caption">
  <p:cSld name="Content, Subhead with Caption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8"/>
          <p:cNvSpPr txBox="1">
            <a:spLocks noGrp="1"/>
          </p:cNvSpPr>
          <p:nvPr>
            <p:ph type="body" idx="1"/>
          </p:nvPr>
        </p:nvSpPr>
        <p:spPr>
          <a:xfrm>
            <a:off x="381600" y="2145600"/>
            <a:ext cx="7068312" cy="345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  <a:defRPr sz="1200"/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−"/>
              <a:defRPr sz="1100"/>
            </a:lvl3pPr>
            <a:lvl4pPr marL="1828800" lvl="3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4pPr>
            <a:lvl5pPr marL="2286000" lvl="4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49" name="Google Shape;349;p98"/>
          <p:cNvSpPr txBox="1">
            <a:spLocks noGrp="1"/>
          </p:cNvSpPr>
          <p:nvPr>
            <p:ph type="title"/>
          </p:nvPr>
        </p:nvSpPr>
        <p:spPr>
          <a:xfrm>
            <a:off x="381600" y="442800"/>
            <a:ext cx="114288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98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98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352" name="Google Shape;352;p98"/>
          <p:cNvSpPr txBox="1">
            <a:spLocks noGrp="1"/>
          </p:cNvSpPr>
          <p:nvPr>
            <p:ph type="body" idx="2"/>
          </p:nvPr>
        </p:nvSpPr>
        <p:spPr>
          <a:xfrm>
            <a:off x="7851048" y="1591200"/>
            <a:ext cx="3959352" cy="398484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3600" tIns="45700" rIns="91425" bIns="468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98"/>
          <p:cNvSpPr txBox="1">
            <a:spLocks noGrp="1"/>
          </p:cNvSpPr>
          <p:nvPr>
            <p:ph type="body" idx="3"/>
          </p:nvPr>
        </p:nvSpPr>
        <p:spPr>
          <a:xfrm>
            <a:off x="381000" y="1591200"/>
            <a:ext cx="7068312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b="1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98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5" name="Google Shape;355;p98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" name="Google Shape;356;p98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9"/>
          <p:cNvSpPr txBox="1">
            <a:spLocks noGrp="1"/>
          </p:cNvSpPr>
          <p:nvPr>
            <p:ph type="title"/>
          </p:nvPr>
        </p:nvSpPr>
        <p:spPr>
          <a:xfrm>
            <a:off x="381000" y="441325"/>
            <a:ext cx="11430599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99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99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361" name="Google Shape;361;p99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62" name="Google Shape;362;p99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3" name="Google Shape;363;p99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ideo">
  <p:cSld name="Video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0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00"/>
          <p:cNvSpPr>
            <a:spLocks noGrp="1"/>
          </p:cNvSpPr>
          <p:nvPr>
            <p:ph type="media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- Photo, Gradient Overlay">
  <p:cSld name="Quote - Photo, Gradient Overlay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101"/>
          <p:cNvSpPr txBox="1">
            <a:spLocks noGrp="1"/>
          </p:cNvSpPr>
          <p:nvPr>
            <p:ph type="body" idx="1"/>
          </p:nvPr>
        </p:nvSpPr>
        <p:spPr>
          <a:xfrm>
            <a:off x="0" y="-14400"/>
            <a:ext cx="8239125" cy="6858000"/>
          </a:xfrm>
          <a:prstGeom prst="rect">
            <a:avLst/>
          </a:prstGeom>
          <a:gradFill>
            <a:gsLst>
              <a:gs pos="0">
                <a:srgbClr val="000000">
                  <a:alpha val="45882"/>
                </a:srgbClr>
              </a:gs>
              <a:gs pos="65000">
                <a:srgbClr val="000000">
                  <a:alpha val="45882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 w="9525" cap="flat" cmpd="sng">
            <a:solidFill>
              <a:schemeClr val="lt1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"/>
              <a:buNone/>
              <a:defRPr sz="1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101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101"/>
          <p:cNvSpPr>
            <a:spLocks noGrp="1"/>
          </p:cNvSpPr>
          <p:nvPr>
            <p:ph type="pic" idx="3"/>
          </p:nvPr>
        </p:nvSpPr>
        <p:spPr>
          <a:xfrm>
            <a:off x="867600" y="1054800"/>
            <a:ext cx="635047" cy="429087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101"/>
          <p:cNvSpPr txBox="1">
            <a:spLocks noGrp="1"/>
          </p:cNvSpPr>
          <p:nvPr>
            <p:ph type="body" idx="4"/>
          </p:nvPr>
        </p:nvSpPr>
        <p:spPr>
          <a:xfrm>
            <a:off x="763200" y="1591200"/>
            <a:ext cx="5029200" cy="2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101"/>
          <p:cNvSpPr>
            <a:spLocks noGrp="1"/>
          </p:cNvSpPr>
          <p:nvPr>
            <p:ph type="pic" idx="5"/>
          </p:nvPr>
        </p:nvSpPr>
        <p:spPr>
          <a:xfrm>
            <a:off x="874800" y="3981600"/>
            <a:ext cx="828000" cy="82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4" name="Google Shape;374;p101"/>
          <p:cNvSpPr txBox="1">
            <a:spLocks noGrp="1"/>
          </p:cNvSpPr>
          <p:nvPr>
            <p:ph type="body" idx="6"/>
          </p:nvPr>
        </p:nvSpPr>
        <p:spPr>
          <a:xfrm>
            <a:off x="1821600" y="4147200"/>
            <a:ext cx="39708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- Photo, Dark Box">
  <p:cSld name="Quote - Photo, Dark Box">
    <p:bg>
      <p:bgPr>
        <a:solidFill>
          <a:srgbClr val="7F7F7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0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102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102"/>
          <p:cNvSpPr txBox="1">
            <a:spLocks noGrp="1"/>
          </p:cNvSpPr>
          <p:nvPr>
            <p:ph type="body" idx="1"/>
          </p:nvPr>
        </p:nvSpPr>
        <p:spPr>
          <a:xfrm>
            <a:off x="762000" y="1417637"/>
            <a:ext cx="4316412" cy="4022726"/>
          </a:xfrm>
          <a:prstGeom prst="rect">
            <a:avLst/>
          </a:prstGeom>
          <a:solidFill>
            <a:schemeClr val="accent6">
              <a:alpha val="94901"/>
            </a:schemeClr>
          </a:solidFill>
          <a:ln w="9525" cap="flat" cmpd="sng">
            <a:solidFill>
              <a:schemeClr val="lt1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"/>
              <a:buNone/>
              <a:defRPr sz="1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102"/>
          <p:cNvSpPr>
            <a:spLocks noGrp="1"/>
          </p:cNvSpPr>
          <p:nvPr>
            <p:ph type="pic" idx="3"/>
          </p:nvPr>
        </p:nvSpPr>
        <p:spPr>
          <a:xfrm>
            <a:off x="1033200" y="1666800"/>
            <a:ext cx="635047" cy="429087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102"/>
          <p:cNvSpPr txBox="1">
            <a:spLocks noGrp="1"/>
          </p:cNvSpPr>
          <p:nvPr>
            <p:ph type="body" idx="4"/>
          </p:nvPr>
        </p:nvSpPr>
        <p:spPr>
          <a:xfrm>
            <a:off x="925200" y="2156400"/>
            <a:ext cx="3794400" cy="22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102"/>
          <p:cNvSpPr>
            <a:spLocks noGrp="1"/>
          </p:cNvSpPr>
          <p:nvPr>
            <p:ph type="pic" idx="5"/>
          </p:nvPr>
        </p:nvSpPr>
        <p:spPr>
          <a:xfrm>
            <a:off x="1036800" y="4424400"/>
            <a:ext cx="828000" cy="82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2" name="Google Shape;382;p102"/>
          <p:cNvSpPr txBox="1">
            <a:spLocks noGrp="1"/>
          </p:cNvSpPr>
          <p:nvPr>
            <p:ph type="body" idx="6"/>
          </p:nvPr>
        </p:nvSpPr>
        <p:spPr>
          <a:xfrm>
            <a:off x="1983600" y="4593600"/>
            <a:ext cx="28044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- Photo, Light Box">
  <p:cSld name="Quote - Photo, Light Box">
    <p:bg>
      <p:bgPr>
        <a:solidFill>
          <a:srgbClr val="7F7F7F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103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03"/>
          <p:cNvSpPr txBox="1">
            <a:spLocks noGrp="1"/>
          </p:cNvSpPr>
          <p:nvPr>
            <p:ph type="body" idx="1"/>
          </p:nvPr>
        </p:nvSpPr>
        <p:spPr>
          <a:xfrm>
            <a:off x="762000" y="1417637"/>
            <a:ext cx="4316412" cy="4022726"/>
          </a:xfrm>
          <a:prstGeom prst="rect">
            <a:avLst/>
          </a:prstGeom>
          <a:solidFill>
            <a:schemeClr val="lt1">
              <a:alpha val="94901"/>
            </a:schemeClr>
          </a:solidFill>
          <a:ln w="9525" cap="flat" cmpd="sng">
            <a:solidFill>
              <a:schemeClr val="lt1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00"/>
              <a:buNone/>
              <a:defRPr sz="1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"/>
              <a:buNone/>
              <a:defRPr sz="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7" name="Google Shape;387;p103"/>
          <p:cNvSpPr>
            <a:spLocks noGrp="1"/>
          </p:cNvSpPr>
          <p:nvPr>
            <p:ph type="pic" idx="3"/>
          </p:nvPr>
        </p:nvSpPr>
        <p:spPr>
          <a:xfrm>
            <a:off x="1033200" y="1666800"/>
            <a:ext cx="635047" cy="429087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03"/>
          <p:cNvSpPr txBox="1">
            <a:spLocks noGrp="1"/>
          </p:cNvSpPr>
          <p:nvPr>
            <p:ph type="body" idx="4"/>
          </p:nvPr>
        </p:nvSpPr>
        <p:spPr>
          <a:xfrm>
            <a:off x="925200" y="2156400"/>
            <a:ext cx="3794400" cy="22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9" name="Google Shape;389;p103"/>
          <p:cNvSpPr>
            <a:spLocks noGrp="1"/>
          </p:cNvSpPr>
          <p:nvPr>
            <p:ph type="pic" idx="5"/>
          </p:nvPr>
        </p:nvSpPr>
        <p:spPr>
          <a:xfrm>
            <a:off x="1036800" y="4424400"/>
            <a:ext cx="828000" cy="82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103"/>
          <p:cNvSpPr txBox="1">
            <a:spLocks noGrp="1"/>
          </p:cNvSpPr>
          <p:nvPr>
            <p:ph type="body" idx="6"/>
          </p:nvPr>
        </p:nvSpPr>
        <p:spPr>
          <a:xfrm>
            <a:off x="1983600" y="4593600"/>
            <a:ext cx="28044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Centre">
  <p:cSld name="Quote - Centre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04"/>
          <p:cNvPicPr preferRelativeResize="0"/>
          <p:nvPr/>
        </p:nvPicPr>
        <p:blipFill rotWithShape="1">
          <a:blip r:embed="rId2">
            <a:alphaModFix/>
          </a:blip>
          <a:srcRect l="12413" t="47312" r="9657"/>
          <a:stretch/>
        </p:blipFill>
        <p:spPr>
          <a:xfrm>
            <a:off x="-1" y="0"/>
            <a:ext cx="12192001" cy="1959428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04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104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395" name="Google Shape;395;p104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104"/>
          <p:cNvSpPr txBox="1">
            <a:spLocks noGrp="1"/>
          </p:cNvSpPr>
          <p:nvPr>
            <p:ph type="body" idx="1"/>
          </p:nvPr>
        </p:nvSpPr>
        <p:spPr>
          <a:xfrm>
            <a:off x="2541000" y="1314449"/>
            <a:ext cx="711000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latin typeface="Times"/>
                <a:ea typeface="Times"/>
                <a:cs typeface="Times"/>
                <a:sym typeface="Times"/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7" name="Google Shape;397;p104"/>
          <p:cNvSpPr>
            <a:spLocks noGrp="1"/>
          </p:cNvSpPr>
          <p:nvPr>
            <p:ph type="pic" idx="2"/>
          </p:nvPr>
        </p:nvSpPr>
        <p:spPr>
          <a:xfrm>
            <a:off x="5680800" y="3712049"/>
            <a:ext cx="828000" cy="82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8" name="Google Shape;398;p104"/>
          <p:cNvSpPr txBox="1">
            <a:spLocks noGrp="1"/>
          </p:cNvSpPr>
          <p:nvPr>
            <p:ph type="body" idx="3"/>
          </p:nvPr>
        </p:nvSpPr>
        <p:spPr>
          <a:xfrm>
            <a:off x="2541600" y="4622849"/>
            <a:ext cx="71100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9" name="Google Shape;399;p104"/>
          <p:cNvSpPr txBox="1"/>
          <p:nvPr/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CA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without a title in the content area requires a title for accessibility purposes.</a:t>
            </a:r>
            <a:br>
              <a:rPr lang="en-CA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to add title — title will not appear in this presentation but will appear on screen readers.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104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" name="Google Shape;401;p104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Box">
  <p:cSld name="Quote - Box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5"/>
          <p:cNvSpPr/>
          <p:nvPr/>
        </p:nvSpPr>
        <p:spPr>
          <a:xfrm>
            <a:off x="568657" y="1027868"/>
            <a:ext cx="5527343" cy="408067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5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05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06" name="Google Shape;406;p105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105"/>
          <p:cNvSpPr txBox="1">
            <a:spLocks noGrp="1"/>
          </p:cNvSpPr>
          <p:nvPr>
            <p:ph type="body" idx="1"/>
          </p:nvPr>
        </p:nvSpPr>
        <p:spPr>
          <a:xfrm>
            <a:off x="1162869" y="1423511"/>
            <a:ext cx="4572000" cy="249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8" name="Google Shape;408;p105"/>
          <p:cNvSpPr txBox="1">
            <a:spLocks noGrp="1"/>
          </p:cNvSpPr>
          <p:nvPr>
            <p:ph type="body" idx="2"/>
          </p:nvPr>
        </p:nvSpPr>
        <p:spPr>
          <a:xfrm>
            <a:off x="2390456" y="4034508"/>
            <a:ext cx="2116826" cy="575222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91425" rIns="91425" bIns="91425" anchor="ctr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105"/>
          <p:cNvSpPr txBox="1"/>
          <p:nvPr/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CA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without a title in the content area requires a title for accessibility purposes.</a:t>
            </a:r>
            <a:br>
              <a:rPr lang="en-CA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to add title — title will not appear in this presentation but will appear on screen readers.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105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1" name="Google Shape;411;p105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2" name="Google Shape;412;p105"/>
          <p:cNvSpPr>
            <a:spLocks noGrp="1"/>
          </p:cNvSpPr>
          <p:nvPr>
            <p:ph type="pic" idx="3"/>
          </p:nvPr>
        </p:nvSpPr>
        <p:spPr>
          <a:xfrm>
            <a:off x="6092676" y="1027869"/>
            <a:ext cx="5532120" cy="4080678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105"/>
          <p:cNvSpPr/>
          <p:nvPr/>
        </p:nvSpPr>
        <p:spPr>
          <a:xfrm>
            <a:off x="805061" y="1223505"/>
            <a:ext cx="5287617" cy="3689405"/>
          </a:xfrm>
          <a:custGeom>
            <a:avLst/>
            <a:gdLst/>
            <a:ahLst/>
            <a:cxnLst/>
            <a:rect l="l" t="t" r="r" b="b"/>
            <a:pathLst>
              <a:path w="5287617" h="3689405" extrusionOk="0">
                <a:moveTo>
                  <a:pt x="5287617" y="0"/>
                </a:moveTo>
                <a:lnTo>
                  <a:pt x="0" y="0"/>
                </a:lnTo>
                <a:lnTo>
                  <a:pt x="0" y="3689405"/>
                </a:lnTo>
                <a:lnTo>
                  <a:pt x="5287617" y="3689405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700" rIns="91425" bIns="0" anchor="ctr" anchorCtr="0">
            <a:norm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NUS">
  <p:cSld name="Quote - NUS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6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106"/>
          <p:cNvSpPr>
            <a:spLocks noGrp="1"/>
          </p:cNvSpPr>
          <p:nvPr>
            <p:ph type="pic" idx="2"/>
          </p:nvPr>
        </p:nvSpPr>
        <p:spPr>
          <a:xfrm>
            <a:off x="867600" y="1054800"/>
            <a:ext cx="635047" cy="429087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106"/>
          <p:cNvSpPr txBox="1">
            <a:spLocks noGrp="1"/>
          </p:cNvSpPr>
          <p:nvPr>
            <p:ph type="body" idx="1"/>
          </p:nvPr>
        </p:nvSpPr>
        <p:spPr>
          <a:xfrm>
            <a:off x="763200" y="1591200"/>
            <a:ext cx="5029200" cy="2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8" name="Google Shape;418;p106"/>
          <p:cNvSpPr>
            <a:spLocks noGrp="1"/>
          </p:cNvSpPr>
          <p:nvPr>
            <p:ph type="pic" idx="3"/>
          </p:nvPr>
        </p:nvSpPr>
        <p:spPr>
          <a:xfrm>
            <a:off x="874800" y="3981600"/>
            <a:ext cx="828000" cy="82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9" name="Google Shape;419;p106"/>
          <p:cNvSpPr txBox="1">
            <a:spLocks noGrp="1"/>
          </p:cNvSpPr>
          <p:nvPr>
            <p:ph type="body" idx="4"/>
          </p:nvPr>
        </p:nvSpPr>
        <p:spPr>
          <a:xfrm>
            <a:off x="1821600" y="4147200"/>
            <a:ext cx="39708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20" name="Google Shape;420;p106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1" name="Google Shape;421;p106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2" name="Google Shape;422;p106"/>
          <p:cNvSpPr txBox="1">
            <a:spLocks noGrp="1"/>
          </p:cNvSpPr>
          <p:nvPr>
            <p:ph type="body" idx="5"/>
          </p:nvPr>
        </p:nvSpPr>
        <p:spPr>
          <a:xfrm>
            <a:off x="7524000" y="1054800"/>
            <a:ext cx="3574800" cy="4179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3600" tIns="45700" rIns="91425" bIns="468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7"/>
          <p:cNvSpPr txBox="1">
            <a:spLocks noGrp="1"/>
          </p:cNvSpPr>
          <p:nvPr>
            <p:ph type="body" idx="1"/>
          </p:nvPr>
        </p:nvSpPr>
        <p:spPr>
          <a:xfrm>
            <a:off x="381600" y="1591200"/>
            <a:ext cx="3571200" cy="400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68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5" name="Google Shape;425;p107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07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27" name="Google Shape;427;p107"/>
          <p:cNvSpPr txBox="1"/>
          <p:nvPr/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19/4/2025</a:t>
            </a:r>
            <a:endParaRPr sz="1200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07"/>
          <p:cNvSpPr txBox="1">
            <a:spLocks noGrp="1"/>
          </p:cNvSpPr>
          <p:nvPr>
            <p:ph type="title"/>
          </p:nvPr>
        </p:nvSpPr>
        <p:spPr>
          <a:xfrm>
            <a:off x="381000" y="441325"/>
            <a:ext cx="11430597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107"/>
          <p:cNvSpPr txBox="1">
            <a:spLocks noGrp="1"/>
          </p:cNvSpPr>
          <p:nvPr>
            <p:ph type="body" idx="2"/>
          </p:nvPr>
        </p:nvSpPr>
        <p:spPr>
          <a:xfrm>
            <a:off x="4308600" y="1591200"/>
            <a:ext cx="3574800" cy="400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68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107"/>
          <p:cNvSpPr txBox="1">
            <a:spLocks noGrp="1"/>
          </p:cNvSpPr>
          <p:nvPr>
            <p:ph type="body" idx="3"/>
          </p:nvPr>
        </p:nvSpPr>
        <p:spPr>
          <a:xfrm>
            <a:off x="8239200" y="1591200"/>
            <a:ext cx="3574800" cy="400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68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31" name="Google Shape;431;p107"/>
          <p:cNvCxnSpPr/>
          <p:nvPr/>
        </p:nvCxnSpPr>
        <p:spPr>
          <a:xfrm>
            <a:off x="4130686" y="1592263"/>
            <a:ext cx="0" cy="40050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2" name="Google Shape;432;p107"/>
          <p:cNvCxnSpPr/>
          <p:nvPr/>
        </p:nvCxnSpPr>
        <p:spPr>
          <a:xfrm>
            <a:off x="8061312" y="1592263"/>
            <a:ext cx="0" cy="40050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3" name="Google Shape;433;p107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107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, Subhead with Picture">
  <p:cSld name="Content, Subhead with Picture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8"/>
          <p:cNvSpPr txBox="1">
            <a:spLocks noGrp="1"/>
          </p:cNvSpPr>
          <p:nvPr>
            <p:ph type="title"/>
          </p:nvPr>
        </p:nvSpPr>
        <p:spPr>
          <a:xfrm>
            <a:off x="381599" y="442800"/>
            <a:ext cx="64296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08"/>
          <p:cNvSpPr txBox="1">
            <a:spLocks noGrp="1"/>
          </p:cNvSpPr>
          <p:nvPr>
            <p:ph type="body" idx="1"/>
          </p:nvPr>
        </p:nvSpPr>
        <p:spPr>
          <a:xfrm>
            <a:off x="381600" y="2145601"/>
            <a:ext cx="6429600" cy="345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  <a:defRPr sz="1200"/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−"/>
              <a:defRPr sz="1100"/>
            </a:lvl3pPr>
            <a:lvl4pPr marL="1828800" lvl="3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4pPr>
            <a:lvl5pPr marL="2286000" lvl="4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38" name="Google Shape;438;p108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108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108"/>
          <p:cNvSpPr>
            <a:spLocks noGrp="1"/>
          </p:cNvSpPr>
          <p:nvPr>
            <p:ph type="pic" idx="2"/>
          </p:nvPr>
        </p:nvSpPr>
        <p:spPr>
          <a:xfrm>
            <a:off x="7524000" y="363600"/>
            <a:ext cx="4287600" cy="5239512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108"/>
          <p:cNvSpPr txBox="1">
            <a:spLocks noGrp="1"/>
          </p:cNvSpPr>
          <p:nvPr>
            <p:ph type="body" idx="3"/>
          </p:nvPr>
        </p:nvSpPr>
        <p:spPr>
          <a:xfrm>
            <a:off x="381000" y="1591200"/>
            <a:ext cx="64296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b="1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42" name="Google Shape;442;p108"/>
          <p:cNvCxnSpPr/>
          <p:nvPr/>
        </p:nvCxnSpPr>
        <p:spPr>
          <a:xfrm>
            <a:off x="409575" y="5915024"/>
            <a:ext cx="117824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3" name="Google Shape;443;p108"/>
          <p:cNvCxnSpPr/>
          <p:nvPr/>
        </p:nvCxnSpPr>
        <p:spPr>
          <a:xfrm>
            <a:off x="409575" y="5915024"/>
            <a:ext cx="2412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4" name="Google Shape;444;p108"/>
          <p:cNvSpPr txBox="1">
            <a:spLocks noGrp="1"/>
          </p:cNvSpPr>
          <p:nvPr>
            <p:ph type="sldNum" idx="12"/>
          </p:nvPr>
        </p:nvSpPr>
        <p:spPr>
          <a:xfrm>
            <a:off x="11098800" y="623664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, Subhead with Caption">
  <p:cSld name="Picture, Subhead with Caption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09"/>
          <p:cNvSpPr txBox="1">
            <a:spLocks noGrp="1"/>
          </p:cNvSpPr>
          <p:nvPr>
            <p:ph type="ftr" idx="11"/>
          </p:nvPr>
        </p:nvSpPr>
        <p:spPr>
          <a:xfrm>
            <a:off x="8240400" y="6231600"/>
            <a:ext cx="286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109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48" name="Google Shape;448;p109"/>
          <p:cNvSpPr txBox="1">
            <a:spLocks noGrp="1"/>
          </p:cNvSpPr>
          <p:nvPr>
            <p:ph type="title"/>
          </p:nvPr>
        </p:nvSpPr>
        <p:spPr>
          <a:xfrm>
            <a:off x="381600" y="442800"/>
            <a:ext cx="114300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109"/>
          <p:cNvSpPr>
            <a:spLocks noGrp="1"/>
          </p:cNvSpPr>
          <p:nvPr>
            <p:ph type="pic" idx="2"/>
          </p:nvPr>
        </p:nvSpPr>
        <p:spPr>
          <a:xfrm>
            <a:off x="381600" y="1591200"/>
            <a:ext cx="7142400" cy="49032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109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109"/>
          <p:cNvSpPr txBox="1">
            <a:spLocks noGrp="1"/>
          </p:cNvSpPr>
          <p:nvPr>
            <p:ph type="body" idx="1"/>
          </p:nvPr>
        </p:nvSpPr>
        <p:spPr>
          <a:xfrm>
            <a:off x="8240400" y="1591200"/>
            <a:ext cx="35712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b="1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2" name="Google Shape;452;p109"/>
          <p:cNvSpPr txBox="1">
            <a:spLocks noGrp="1"/>
          </p:cNvSpPr>
          <p:nvPr>
            <p:ph type="body" idx="3"/>
          </p:nvPr>
        </p:nvSpPr>
        <p:spPr>
          <a:xfrm>
            <a:off x="8240400" y="2145600"/>
            <a:ext cx="3571200" cy="3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  <a:defRPr sz="1200"/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−"/>
              <a:defRPr sz="1100"/>
            </a:lvl3pPr>
            <a:lvl4pPr marL="1828800" lvl="3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4pPr>
            <a:lvl5pPr marL="2286000" lvl="4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, Subhead with Picture Grid">
  <p:cSld name="Content, Subhead with Picture Grid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10"/>
          <p:cNvSpPr txBox="1">
            <a:spLocks noGrp="1"/>
          </p:cNvSpPr>
          <p:nvPr>
            <p:ph type="body" idx="1"/>
          </p:nvPr>
        </p:nvSpPr>
        <p:spPr>
          <a:xfrm>
            <a:off x="381600" y="2145600"/>
            <a:ext cx="5004000" cy="3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0000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  <a:defRPr sz="1200"/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−"/>
              <a:defRPr sz="1100"/>
            </a:lvl3pPr>
            <a:lvl4pPr marL="1828800" lvl="3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4pPr>
            <a:lvl5pPr marL="2286000" lvl="4" indent="-29527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−"/>
              <a:defRPr sz="105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5" name="Google Shape;455;p110"/>
          <p:cNvSpPr txBox="1">
            <a:spLocks noGrp="1"/>
          </p:cNvSpPr>
          <p:nvPr>
            <p:ph type="title"/>
          </p:nvPr>
        </p:nvSpPr>
        <p:spPr>
          <a:xfrm>
            <a:off x="381600" y="442800"/>
            <a:ext cx="49896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110"/>
          <p:cNvSpPr txBox="1">
            <a:spLocks noGrp="1"/>
          </p:cNvSpPr>
          <p:nvPr>
            <p:ph type="ftr" idx="11"/>
          </p:nvPr>
        </p:nvSpPr>
        <p:spPr>
          <a:xfrm>
            <a:off x="8730000" y="6231600"/>
            <a:ext cx="2368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10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458" name="Google Shape;458;p110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110"/>
          <p:cNvSpPr>
            <a:spLocks noGrp="1"/>
          </p:cNvSpPr>
          <p:nvPr>
            <p:ph type="pic" idx="2"/>
          </p:nvPr>
        </p:nvSpPr>
        <p:spPr>
          <a:xfrm>
            <a:off x="6094800" y="1015200"/>
            <a:ext cx="2512800" cy="32364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110"/>
          <p:cNvSpPr>
            <a:spLocks noGrp="1"/>
          </p:cNvSpPr>
          <p:nvPr>
            <p:ph type="pic" idx="3"/>
          </p:nvPr>
        </p:nvSpPr>
        <p:spPr>
          <a:xfrm>
            <a:off x="6094800" y="4381200"/>
            <a:ext cx="2512800" cy="24804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110"/>
          <p:cNvSpPr>
            <a:spLocks noGrp="1"/>
          </p:cNvSpPr>
          <p:nvPr>
            <p:ph type="pic" idx="4"/>
          </p:nvPr>
        </p:nvSpPr>
        <p:spPr>
          <a:xfrm>
            <a:off x="8730000" y="2602800"/>
            <a:ext cx="2512800" cy="32364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110"/>
          <p:cNvSpPr>
            <a:spLocks noGrp="1"/>
          </p:cNvSpPr>
          <p:nvPr>
            <p:ph type="pic" idx="5"/>
          </p:nvPr>
        </p:nvSpPr>
        <p:spPr>
          <a:xfrm>
            <a:off x="8730000" y="0"/>
            <a:ext cx="2512800" cy="24804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110"/>
          <p:cNvSpPr txBox="1">
            <a:spLocks noGrp="1"/>
          </p:cNvSpPr>
          <p:nvPr>
            <p:ph type="body" idx="6"/>
          </p:nvPr>
        </p:nvSpPr>
        <p:spPr>
          <a:xfrm>
            <a:off x="381600" y="1591200"/>
            <a:ext cx="50040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b="1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4-Picture Grid (Landscape)">
  <p:cSld name="Title, 4-Picture Grid (Landscape)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1"/>
          <p:cNvSpPr txBox="1">
            <a:spLocks noGrp="1"/>
          </p:cNvSpPr>
          <p:nvPr>
            <p:ph type="title"/>
          </p:nvPr>
        </p:nvSpPr>
        <p:spPr>
          <a:xfrm>
            <a:off x="381001" y="442800"/>
            <a:ext cx="11439524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11"/>
          <p:cNvSpPr>
            <a:spLocks noGrp="1"/>
          </p:cNvSpPr>
          <p:nvPr>
            <p:ph type="pic" idx="2"/>
          </p:nvPr>
        </p:nvSpPr>
        <p:spPr>
          <a:xfrm>
            <a:off x="381001" y="1592263"/>
            <a:ext cx="5636551" cy="2383394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111"/>
          <p:cNvSpPr>
            <a:spLocks noGrp="1"/>
          </p:cNvSpPr>
          <p:nvPr>
            <p:ph type="pic" idx="3"/>
          </p:nvPr>
        </p:nvSpPr>
        <p:spPr>
          <a:xfrm>
            <a:off x="381001" y="4106306"/>
            <a:ext cx="2745867" cy="2383393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111"/>
          <p:cNvSpPr>
            <a:spLocks noGrp="1"/>
          </p:cNvSpPr>
          <p:nvPr>
            <p:ph type="pic" idx="4"/>
          </p:nvPr>
        </p:nvSpPr>
        <p:spPr>
          <a:xfrm>
            <a:off x="3257519" y="4106307"/>
            <a:ext cx="2760033" cy="2383394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111"/>
          <p:cNvSpPr>
            <a:spLocks noGrp="1"/>
          </p:cNvSpPr>
          <p:nvPr>
            <p:ph type="pic" idx="5"/>
          </p:nvPr>
        </p:nvSpPr>
        <p:spPr>
          <a:xfrm>
            <a:off x="6153351" y="1592263"/>
            <a:ext cx="5667174" cy="48974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-Picture Grid">
  <p:cSld name="3-Picture Grid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12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112"/>
          <p:cNvSpPr>
            <a:spLocks noGrp="1"/>
          </p:cNvSpPr>
          <p:nvPr>
            <p:ph type="pic" idx="2"/>
          </p:nvPr>
        </p:nvSpPr>
        <p:spPr>
          <a:xfrm>
            <a:off x="380999" y="360000"/>
            <a:ext cx="6975475" cy="61380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112"/>
          <p:cNvSpPr>
            <a:spLocks noGrp="1"/>
          </p:cNvSpPr>
          <p:nvPr>
            <p:ph type="pic" idx="3"/>
          </p:nvPr>
        </p:nvSpPr>
        <p:spPr>
          <a:xfrm>
            <a:off x="7493961" y="360000"/>
            <a:ext cx="4326564" cy="3004201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112"/>
          <p:cNvSpPr>
            <a:spLocks noGrp="1"/>
          </p:cNvSpPr>
          <p:nvPr>
            <p:ph type="pic" idx="4"/>
          </p:nvPr>
        </p:nvSpPr>
        <p:spPr>
          <a:xfrm>
            <a:off x="7493961" y="3493799"/>
            <a:ext cx="4326564" cy="30042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-Picture Grid (Portrait)">
  <p:cSld name="4-Picture Grid (Portrait)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13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113"/>
          <p:cNvSpPr>
            <a:spLocks noGrp="1"/>
          </p:cNvSpPr>
          <p:nvPr>
            <p:ph type="pic" idx="2"/>
          </p:nvPr>
        </p:nvSpPr>
        <p:spPr>
          <a:xfrm>
            <a:off x="383458" y="360000"/>
            <a:ext cx="4195916" cy="61297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113"/>
          <p:cNvSpPr>
            <a:spLocks noGrp="1"/>
          </p:cNvSpPr>
          <p:nvPr>
            <p:ph type="pic" idx="3"/>
          </p:nvPr>
        </p:nvSpPr>
        <p:spPr>
          <a:xfrm>
            <a:off x="4717229" y="360000"/>
            <a:ext cx="4212919" cy="300005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113"/>
          <p:cNvSpPr>
            <a:spLocks noGrp="1"/>
          </p:cNvSpPr>
          <p:nvPr>
            <p:ph type="pic" idx="4"/>
          </p:nvPr>
        </p:nvSpPr>
        <p:spPr>
          <a:xfrm>
            <a:off x="9068003" y="360000"/>
            <a:ext cx="2740539" cy="300005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113"/>
          <p:cNvSpPr>
            <a:spLocks noGrp="1"/>
          </p:cNvSpPr>
          <p:nvPr>
            <p:ph type="pic" idx="5"/>
          </p:nvPr>
        </p:nvSpPr>
        <p:spPr>
          <a:xfrm>
            <a:off x="4717229" y="3489650"/>
            <a:ext cx="7103296" cy="30000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-Picture Grid (Landscape)">
  <p:cSld name="4-Picture Grid (Landscape)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4"/>
          <p:cNvSpPr txBox="1">
            <a:spLocks noGrp="1"/>
          </p:cNvSpPr>
          <p:nvPr>
            <p:ph type="title"/>
          </p:nvPr>
        </p:nvSpPr>
        <p:spPr>
          <a:xfrm>
            <a:off x="0" y="-529200"/>
            <a:ext cx="121920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14"/>
          <p:cNvSpPr>
            <a:spLocks noGrp="1"/>
          </p:cNvSpPr>
          <p:nvPr>
            <p:ph type="pic" idx="2"/>
          </p:nvPr>
        </p:nvSpPr>
        <p:spPr>
          <a:xfrm>
            <a:off x="381000" y="360000"/>
            <a:ext cx="5636552" cy="370667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114"/>
          <p:cNvSpPr>
            <a:spLocks noGrp="1"/>
          </p:cNvSpPr>
          <p:nvPr>
            <p:ph type="pic" idx="3"/>
          </p:nvPr>
        </p:nvSpPr>
        <p:spPr>
          <a:xfrm>
            <a:off x="381000" y="4196268"/>
            <a:ext cx="2745868" cy="2293431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114"/>
          <p:cNvSpPr>
            <a:spLocks noGrp="1"/>
          </p:cNvSpPr>
          <p:nvPr>
            <p:ph type="pic" idx="4"/>
          </p:nvPr>
        </p:nvSpPr>
        <p:spPr>
          <a:xfrm>
            <a:off x="3257519" y="4196269"/>
            <a:ext cx="2760033" cy="2293431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114"/>
          <p:cNvSpPr>
            <a:spLocks noGrp="1"/>
          </p:cNvSpPr>
          <p:nvPr>
            <p:ph type="pic" idx="5"/>
          </p:nvPr>
        </p:nvSpPr>
        <p:spPr>
          <a:xfrm>
            <a:off x="6153351" y="360001"/>
            <a:ext cx="5667174" cy="6129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7"/>
          <p:cNvSpPr txBox="1">
            <a:spLocks noGrp="1"/>
          </p:cNvSpPr>
          <p:nvPr>
            <p:ph type="title"/>
          </p:nvPr>
        </p:nvSpPr>
        <p:spPr>
          <a:xfrm>
            <a:off x="381000" y="441325"/>
            <a:ext cx="11430599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7"/>
          <p:cNvSpPr txBox="1">
            <a:spLocks noGrp="1"/>
          </p:cNvSpPr>
          <p:nvPr>
            <p:ph type="body" idx="1"/>
          </p:nvPr>
        </p:nvSpPr>
        <p:spPr>
          <a:xfrm>
            <a:off x="381000" y="1591199"/>
            <a:ext cx="11430599" cy="43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marR="0" lvl="0" indent="-3175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67"/>
          <p:cNvSpPr txBox="1">
            <a:spLocks noGrp="1"/>
          </p:cNvSpPr>
          <p:nvPr>
            <p:ph type="ftr" idx="11"/>
          </p:nvPr>
        </p:nvSpPr>
        <p:spPr>
          <a:xfrm>
            <a:off x="2994660" y="6231600"/>
            <a:ext cx="810414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7"/>
          <p:cNvSpPr txBox="1">
            <a:spLocks noGrp="1"/>
          </p:cNvSpPr>
          <p:nvPr>
            <p:ph type="sldNum" idx="12"/>
          </p:nvPr>
        </p:nvSpPr>
        <p:spPr>
          <a:xfrm>
            <a:off x="11098800" y="6231600"/>
            <a:ext cx="7128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14" name="Google Shape;14;p67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50000" y="6087600"/>
            <a:ext cx="2362800" cy="420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67"/>
          <p:cNvSpPr txBox="1">
            <a:spLocks noGrp="1"/>
          </p:cNvSpPr>
          <p:nvPr>
            <p:ph type="dt" idx="10"/>
          </p:nvPr>
        </p:nvSpPr>
        <p:spPr>
          <a:xfrm>
            <a:off x="21600" y="6861600"/>
            <a:ext cx="2142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6" r:id="rId6"/>
    <p:sldLayoutId id="2147483658" r:id="rId7"/>
    <p:sldLayoutId id="2147483659" r:id="rId8"/>
    <p:sldLayoutId id="2147483661" r:id="rId9"/>
    <p:sldLayoutId id="2147483662" r:id="rId10"/>
    <p:sldLayoutId id="2147483666" r:id="rId11"/>
    <p:sldLayoutId id="2147483667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0" r:id="rId34"/>
    <p:sldLayoutId id="2147483691" r:id="rId35"/>
    <p:sldLayoutId id="2147483692" r:id="rId36"/>
    <p:sldLayoutId id="2147483693" r:id="rId37"/>
    <p:sldLayoutId id="2147483694" r:id="rId38"/>
    <p:sldLayoutId id="2147483695" r:id="rId39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133211f4b_0_0"/>
          <p:cNvSpPr txBox="1">
            <a:spLocks noGrp="1"/>
          </p:cNvSpPr>
          <p:nvPr>
            <p:ph type="ctrTitle"/>
          </p:nvPr>
        </p:nvSpPr>
        <p:spPr>
          <a:xfrm>
            <a:off x="374400" y="1739304"/>
            <a:ext cx="9738864" cy="1989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altLang="zh-CN" sz="4000" dirty="0"/>
              <a:t>Research</a:t>
            </a:r>
            <a:r>
              <a:rPr lang="zh-CN" altLang="en-US" sz="4000" dirty="0"/>
              <a:t> </a:t>
            </a:r>
            <a:r>
              <a:rPr lang="en-US" altLang="zh-CN" sz="4000" dirty="0"/>
              <a:t>Update</a:t>
            </a:r>
            <a:endParaRPr sz="4000" dirty="0"/>
          </a:p>
        </p:txBody>
      </p:sp>
      <p:sp>
        <p:nvSpPr>
          <p:cNvPr id="5" name="Google Shape;491;g3a133211f4b_0_0">
            <a:extLst>
              <a:ext uri="{FF2B5EF4-FFF2-40B4-BE49-F238E27FC236}">
                <a16:creationId xmlns:a16="http://schemas.microsoft.com/office/drawing/2014/main" id="{434EE83C-8E52-CCB6-A069-443F7A36854D}"/>
              </a:ext>
            </a:extLst>
          </p:cNvPr>
          <p:cNvSpPr txBox="1">
            <a:spLocks/>
          </p:cNvSpPr>
          <p:nvPr/>
        </p:nvSpPr>
        <p:spPr>
          <a:xfrm>
            <a:off x="374400" y="2452536"/>
            <a:ext cx="6436800" cy="5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159CF6A-EE2D-D941-9176-BA3F6B0BB552}" type="datetime1">
              <a:rPr lang="zh-CN" altLang="en-US" sz="2400" b="0" smtClean="0"/>
              <a:t>2026/8/1</a:t>
            </a:fld>
            <a:endParaRPr lang="en-US" sz="2400" b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362E3FF8-64F3-AA16-F6B1-C5FACE0D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2F2C293-7FAD-0A0D-FD36-DEE86CA93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326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oC Theme">
  <a:themeElements>
    <a:clrScheme name="NUS">
      <a:dk1>
        <a:srgbClr val="000000"/>
      </a:dk1>
      <a:lt1>
        <a:srgbClr val="FFFFFF"/>
      </a:lt1>
      <a:dk2>
        <a:srgbClr val="003D7C"/>
      </a:dk2>
      <a:lt2>
        <a:srgbClr val="ADBDCC"/>
      </a:lt2>
      <a:accent1>
        <a:srgbClr val="EE7C00"/>
      </a:accent1>
      <a:accent2>
        <a:srgbClr val="D8570B"/>
      </a:accent2>
      <a:accent3>
        <a:srgbClr val="F7410C"/>
      </a:accent3>
      <a:accent4>
        <a:srgbClr val="F7BA0C"/>
      </a:accent4>
      <a:accent5>
        <a:srgbClr val="0065C8"/>
      </a:accent5>
      <a:accent6>
        <a:srgbClr val="003062"/>
      </a:accent6>
      <a:hlink>
        <a:srgbClr val="0065C8"/>
      </a:hlink>
      <a:folHlink>
        <a:srgbClr val="0065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35347</TotalTime>
  <Words>3</Words>
  <Application>Microsoft Macintosh PowerPoint</Application>
  <PresentationFormat>宽屏</PresentationFormat>
  <Paragraphs>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Arial</vt:lpstr>
      <vt:lpstr>Arial Black</vt:lpstr>
      <vt:lpstr>Times</vt:lpstr>
      <vt:lpstr>Calibri</vt:lpstr>
      <vt:lpstr>Courier New</vt:lpstr>
      <vt:lpstr>SoC Theme</vt:lpstr>
      <vt:lpstr>Research Update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Katarina Jiang Ongaigui</dc:creator>
  <cp:lastModifiedBy>E Ertai</cp:lastModifiedBy>
  <cp:revision>15</cp:revision>
  <cp:lastPrinted>2026-06-14T15:24:07Z</cp:lastPrinted>
  <dcterms:created xsi:type="dcterms:W3CDTF">2023-07-27T05:01:41Z</dcterms:created>
  <dcterms:modified xsi:type="dcterms:W3CDTF">2026-08-01T15:04:18Z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0x0101007DC1846DA0783D4194D5DC3FADB6794D</vt:lpwstr>
  </property>
</Properties>
</file>